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78" r:id="rId1"/>
  </p:sldMasterIdLst>
  <p:notesMasterIdLst>
    <p:notesMasterId r:id="rId19"/>
  </p:notesMasterIdLst>
  <p:sldIdLst>
    <p:sldId id="272" r:id="rId2"/>
    <p:sldId id="274" r:id="rId3"/>
    <p:sldId id="257" r:id="rId4"/>
    <p:sldId id="258" r:id="rId5"/>
    <p:sldId id="259" r:id="rId6"/>
    <p:sldId id="260" r:id="rId7"/>
    <p:sldId id="261" r:id="rId8"/>
    <p:sldId id="273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3444538" cy="7562850"/>
  <p:notesSz cx="10693400" cy="75628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7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370" y="67"/>
      </p:cViewPr>
      <p:guideLst>
        <p:guide orient="horz" pos="2880"/>
        <p:guide pos="271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5F6134-8B8E-4452-82E4-9DE05ABAE4CC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79750" y="946150"/>
            <a:ext cx="4533900" cy="2551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0AA578-EECE-42B4-AEE9-ED7DD351DF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2221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079750" y="946150"/>
            <a:ext cx="4533900" cy="25511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0AA578-EECE-42B4-AEE9-ED7DD351DF39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848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602203" y="-5252"/>
            <a:ext cx="5530116" cy="756810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29248" y="1521909"/>
            <a:ext cx="9455531" cy="2885086"/>
          </a:xfrm>
        </p:spPr>
        <p:txBody>
          <a:bodyPr anchor="b">
            <a:normAutofit/>
          </a:bodyPr>
          <a:lstStyle>
            <a:lvl1pPr algn="r">
              <a:defRPr sz="6616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79262" y="4406995"/>
            <a:ext cx="7705517" cy="1531244"/>
          </a:xfrm>
        </p:spPr>
        <p:txBody>
          <a:bodyPr anchor="t">
            <a:normAutofit/>
          </a:bodyPr>
          <a:lstStyle>
            <a:lvl1pPr marL="0" indent="0" algn="r">
              <a:buNone/>
              <a:defRPr sz="2316">
                <a:solidFill>
                  <a:schemeClr val="tx1"/>
                </a:solidFill>
              </a:defRPr>
            </a:lvl1pPr>
            <a:lvl2pPr marL="5041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83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24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66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20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49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90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3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80234" y="6487945"/>
            <a:ext cx="4768272" cy="402652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spcBef>
                <a:spcPts val="180"/>
              </a:spcBef>
            </a:pPr>
            <a:fld id="{81D60167-4931-47E6-BA6A-407CBD079E47}" type="slidenum">
              <a:rPr lang="en-IN" spc="-25" smtClean="0"/>
              <a:pPr marL="12700">
                <a:spcBef>
                  <a:spcPts val="180"/>
                </a:spcBef>
              </a:pPr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4242651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2076989" y="6470142"/>
            <a:ext cx="607791" cy="402652"/>
          </a:xfrm>
        </p:spPr>
        <p:txBody>
          <a:bodyPr/>
          <a:lstStyle/>
          <a:p>
            <a:pPr marL="12700">
              <a:spcBef>
                <a:spcPts val="180"/>
              </a:spcBef>
            </a:pPr>
            <a:fld id="{81D60167-4931-47E6-BA6A-407CBD079E47}" type="slidenum">
              <a:rPr lang="en-IN" spc="-25" smtClean="0"/>
              <a:pPr marL="12700">
                <a:spcBef>
                  <a:spcPts val="180"/>
                </a:spcBef>
              </a:pPr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881008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6541" y="2941107"/>
            <a:ext cx="9848242" cy="2327282"/>
          </a:xfrm>
        </p:spPr>
        <p:txBody>
          <a:bodyPr anchor="b"/>
          <a:lstStyle>
            <a:lvl1pPr algn="r">
              <a:defRPr sz="4411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36540" y="5268390"/>
            <a:ext cx="9848243" cy="948830"/>
          </a:xfrm>
        </p:spPr>
        <p:txBody>
          <a:bodyPr anchor="t">
            <a:normAutofit/>
          </a:bodyPr>
          <a:lstStyle>
            <a:lvl1pPr marL="0" indent="0" algn="r">
              <a:buNone/>
              <a:defRPr sz="2205">
                <a:solidFill>
                  <a:schemeClr val="tx1"/>
                </a:solidFill>
              </a:defRPr>
            </a:lvl1pPr>
            <a:lvl2pPr marL="504154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2pPr>
            <a:lvl3pPr marL="100830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2463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4pPr>
            <a:lvl5pPr marL="2016618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5pPr>
            <a:lvl6pPr marL="2520772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6pPr>
            <a:lvl7pPr marL="3024927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7pPr>
            <a:lvl8pPr marL="352908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8pPr>
            <a:lvl9pPr marL="4033236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spcBef>
                <a:spcPts val="180"/>
              </a:spcBef>
            </a:pPr>
            <a:fld id="{81D60167-4931-47E6-BA6A-407CBD079E47}" type="slidenum">
              <a:rPr lang="en-IN" spc="-25" smtClean="0"/>
              <a:pPr marL="12700">
                <a:spcBef>
                  <a:spcPts val="180"/>
                </a:spcBef>
              </a:pPr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3773590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6801" y="756286"/>
            <a:ext cx="11047980" cy="193272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6802" y="2941108"/>
            <a:ext cx="5397946" cy="3445299"/>
          </a:xfrm>
        </p:spPr>
        <p:txBody>
          <a:bodyPr>
            <a:normAutofit/>
          </a:bodyPr>
          <a:lstStyle>
            <a:lvl1pPr>
              <a:defRPr sz="1985"/>
            </a:lvl1pPr>
            <a:lvl2pPr>
              <a:defRPr sz="1764"/>
            </a:lvl2pPr>
            <a:lvl3pPr>
              <a:defRPr sz="1544"/>
            </a:lvl3pPr>
            <a:lvl4pPr>
              <a:defRPr sz="1323"/>
            </a:lvl4pPr>
            <a:lvl5pPr>
              <a:defRPr sz="1323"/>
            </a:lvl5pPr>
            <a:lvl6pPr>
              <a:defRPr sz="1323"/>
            </a:lvl6pPr>
            <a:lvl7pPr>
              <a:defRPr sz="1323"/>
            </a:lvl7pPr>
            <a:lvl8pPr>
              <a:defRPr sz="1323"/>
            </a:lvl8pPr>
            <a:lvl9pPr>
              <a:defRPr sz="13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86832" y="2941109"/>
            <a:ext cx="5397947" cy="3445298"/>
          </a:xfrm>
        </p:spPr>
        <p:txBody>
          <a:bodyPr>
            <a:normAutofit/>
          </a:bodyPr>
          <a:lstStyle>
            <a:lvl1pPr>
              <a:defRPr sz="1985"/>
            </a:lvl1pPr>
            <a:lvl2pPr>
              <a:defRPr sz="1764"/>
            </a:lvl2pPr>
            <a:lvl3pPr>
              <a:defRPr sz="1544"/>
            </a:lvl3pPr>
            <a:lvl4pPr>
              <a:defRPr sz="1323"/>
            </a:lvl4pPr>
            <a:lvl5pPr>
              <a:defRPr sz="1323"/>
            </a:lvl5pPr>
            <a:lvl6pPr>
              <a:defRPr sz="1323"/>
            </a:lvl6pPr>
            <a:lvl7pPr>
              <a:defRPr sz="1323"/>
            </a:lvl7pPr>
            <a:lvl8pPr>
              <a:defRPr sz="1323"/>
            </a:lvl8pPr>
            <a:lvl9pPr>
              <a:defRPr sz="13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spcBef>
                <a:spcPts val="180"/>
              </a:spcBef>
            </a:pPr>
            <a:fld id="{81D60167-4931-47E6-BA6A-407CBD079E47}" type="slidenum">
              <a:rPr lang="en-IN" spc="-25" smtClean="0"/>
              <a:pPr marL="12700">
                <a:spcBef>
                  <a:spcPts val="180"/>
                </a:spcBef>
              </a:pPr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2262661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54243" y="2931771"/>
            <a:ext cx="5080505" cy="635489"/>
          </a:xfrm>
        </p:spPr>
        <p:txBody>
          <a:bodyPr anchor="b">
            <a:noAutofit/>
          </a:bodyPr>
          <a:lstStyle>
            <a:lvl1pPr marL="0" indent="0">
              <a:buNone/>
              <a:defRPr sz="3088" b="0">
                <a:solidFill>
                  <a:schemeClr val="accent1">
                    <a:lumMod val="75000"/>
                  </a:schemeClr>
                </a:solidFill>
              </a:defRPr>
            </a:lvl1pPr>
            <a:lvl2pPr marL="504154" indent="0">
              <a:buNone/>
              <a:defRPr sz="2205" b="1"/>
            </a:lvl2pPr>
            <a:lvl3pPr marL="1008309" indent="0">
              <a:buNone/>
              <a:defRPr sz="1985" b="1"/>
            </a:lvl3pPr>
            <a:lvl4pPr marL="1512463" indent="0">
              <a:buNone/>
              <a:defRPr sz="1764" b="1"/>
            </a:lvl4pPr>
            <a:lvl5pPr marL="2016618" indent="0">
              <a:buNone/>
              <a:defRPr sz="1764" b="1"/>
            </a:lvl5pPr>
            <a:lvl6pPr marL="2520772" indent="0">
              <a:buNone/>
              <a:defRPr sz="1764" b="1"/>
            </a:lvl6pPr>
            <a:lvl7pPr marL="3024927" indent="0">
              <a:buNone/>
              <a:defRPr sz="1764" b="1"/>
            </a:lvl7pPr>
            <a:lvl8pPr marL="3529081" indent="0">
              <a:buNone/>
              <a:defRPr sz="1764" b="1"/>
            </a:lvl8pPr>
            <a:lvl9pPr marL="4033236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36801" y="3678136"/>
            <a:ext cx="5397947" cy="2708270"/>
          </a:xfrm>
        </p:spPr>
        <p:txBody>
          <a:bodyPr anchor="t">
            <a:normAutofit/>
          </a:bodyPr>
          <a:lstStyle>
            <a:lvl1pPr>
              <a:defRPr sz="1985"/>
            </a:lvl1pPr>
            <a:lvl2pPr>
              <a:defRPr sz="1764"/>
            </a:lvl2pPr>
            <a:lvl3pPr>
              <a:defRPr sz="1544"/>
            </a:lvl3pPr>
            <a:lvl4pPr>
              <a:defRPr sz="1323"/>
            </a:lvl4pPr>
            <a:lvl5pPr>
              <a:defRPr sz="1323"/>
            </a:lvl5pPr>
            <a:lvl6pPr>
              <a:defRPr sz="1323"/>
            </a:lvl6pPr>
            <a:lvl7pPr>
              <a:defRPr sz="1323"/>
            </a:lvl7pPr>
            <a:lvl8pPr>
              <a:defRPr sz="1323"/>
            </a:lvl8pPr>
            <a:lvl9pPr>
              <a:defRPr sz="13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87350" y="2941108"/>
            <a:ext cx="5097431" cy="635489"/>
          </a:xfrm>
        </p:spPr>
        <p:txBody>
          <a:bodyPr anchor="b">
            <a:noAutofit/>
          </a:bodyPr>
          <a:lstStyle>
            <a:lvl1pPr marL="0" indent="0">
              <a:buNone/>
              <a:defRPr sz="3088" b="0">
                <a:solidFill>
                  <a:schemeClr val="accent1">
                    <a:lumMod val="75000"/>
                  </a:schemeClr>
                </a:solidFill>
              </a:defRPr>
            </a:lvl1pPr>
            <a:lvl2pPr marL="504154" indent="0">
              <a:buNone/>
              <a:defRPr sz="2205" b="1"/>
            </a:lvl2pPr>
            <a:lvl3pPr marL="1008309" indent="0">
              <a:buNone/>
              <a:defRPr sz="1985" b="1"/>
            </a:lvl3pPr>
            <a:lvl4pPr marL="1512463" indent="0">
              <a:buNone/>
              <a:defRPr sz="1764" b="1"/>
            </a:lvl4pPr>
            <a:lvl5pPr marL="2016618" indent="0">
              <a:buNone/>
              <a:defRPr sz="1764" b="1"/>
            </a:lvl5pPr>
            <a:lvl6pPr marL="2520772" indent="0">
              <a:buNone/>
              <a:defRPr sz="1764" b="1"/>
            </a:lvl6pPr>
            <a:lvl7pPr marL="3024927" indent="0">
              <a:buNone/>
              <a:defRPr sz="1764" b="1"/>
            </a:lvl7pPr>
            <a:lvl8pPr marL="3529081" indent="0">
              <a:buNone/>
              <a:defRPr sz="1764" b="1"/>
            </a:lvl8pPr>
            <a:lvl9pPr marL="4033236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86832" y="3678136"/>
            <a:ext cx="5397947" cy="2708270"/>
          </a:xfrm>
        </p:spPr>
        <p:txBody>
          <a:bodyPr anchor="t">
            <a:normAutofit/>
          </a:bodyPr>
          <a:lstStyle>
            <a:lvl1pPr>
              <a:defRPr sz="1985"/>
            </a:lvl1pPr>
            <a:lvl2pPr>
              <a:defRPr sz="1764"/>
            </a:lvl2pPr>
            <a:lvl3pPr>
              <a:defRPr sz="1544"/>
            </a:lvl3pPr>
            <a:lvl4pPr>
              <a:defRPr sz="1323"/>
            </a:lvl4pPr>
            <a:lvl5pPr>
              <a:defRPr sz="1323"/>
            </a:lvl5pPr>
            <a:lvl6pPr>
              <a:defRPr sz="1323"/>
            </a:lvl6pPr>
            <a:lvl7pPr>
              <a:defRPr sz="1323"/>
            </a:lvl7pPr>
            <a:lvl8pPr>
              <a:defRPr sz="1323"/>
            </a:lvl8pPr>
            <a:lvl9pPr>
              <a:defRPr sz="13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spcBef>
                <a:spcPts val="180"/>
              </a:spcBef>
            </a:pPr>
            <a:fld id="{81D60167-4931-47E6-BA6A-407CBD079E47}" type="slidenum">
              <a:rPr lang="en-IN" spc="-25" smtClean="0"/>
              <a:pPr marL="12700">
                <a:spcBef>
                  <a:spcPts val="180"/>
                </a:spcBef>
              </a:pPr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4253216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spcBef>
                <a:spcPts val="180"/>
              </a:spcBef>
            </a:pPr>
            <a:fld id="{81D60167-4931-47E6-BA6A-407CBD079E47}" type="slidenum">
              <a:rPr lang="en-IN" spc="-25" smtClean="0"/>
              <a:pPr marL="12700">
                <a:spcBef>
                  <a:spcPts val="180"/>
                </a:spcBef>
              </a:pPr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2488337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spcBef>
                <a:spcPts val="180"/>
              </a:spcBef>
            </a:pPr>
            <a:fld id="{81D60167-4931-47E6-BA6A-407CBD079E47}" type="slidenum">
              <a:rPr lang="en-IN" spc="-25" smtClean="0"/>
              <a:pPr marL="12700">
                <a:spcBef>
                  <a:spcPts val="180"/>
                </a:spcBef>
              </a:pPr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4037430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6802" y="1764665"/>
            <a:ext cx="3913738" cy="1512570"/>
          </a:xfrm>
        </p:spPr>
        <p:txBody>
          <a:bodyPr anchor="b">
            <a:normAutofit/>
          </a:bodyPr>
          <a:lstStyle>
            <a:lvl1pPr algn="ctr">
              <a:defRPr sz="2646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02625" y="756284"/>
            <a:ext cx="6882154" cy="5630123"/>
          </a:xfrm>
        </p:spPr>
        <p:txBody>
          <a:bodyPr anchor="ctr">
            <a:normAutofit/>
          </a:bodyPr>
          <a:lstStyle>
            <a:lvl1pPr>
              <a:defRPr sz="2205"/>
            </a:lvl1pPr>
            <a:lvl2pPr>
              <a:defRPr sz="1985"/>
            </a:lvl2pPr>
            <a:lvl3pPr>
              <a:defRPr sz="1764"/>
            </a:lvl3pPr>
            <a:lvl4pPr>
              <a:defRPr sz="1544"/>
            </a:lvl4pPr>
            <a:lvl5pPr>
              <a:defRPr sz="1544"/>
            </a:lvl5pPr>
            <a:lvl6pPr>
              <a:defRPr sz="1544"/>
            </a:lvl6pPr>
            <a:lvl7pPr>
              <a:defRPr sz="1544"/>
            </a:lvl7pPr>
            <a:lvl8pPr>
              <a:defRPr sz="1544"/>
            </a:lvl8pPr>
            <a:lvl9pPr>
              <a:defRPr sz="154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36802" y="3277235"/>
            <a:ext cx="3913738" cy="2016760"/>
          </a:xfrm>
        </p:spPr>
        <p:txBody>
          <a:bodyPr>
            <a:normAutofit/>
          </a:bodyPr>
          <a:lstStyle>
            <a:lvl1pPr marL="0" indent="0" algn="ctr">
              <a:buNone/>
              <a:defRPr sz="1764"/>
            </a:lvl1pPr>
            <a:lvl2pPr marL="504154" indent="0">
              <a:buNone/>
              <a:defRPr sz="1323"/>
            </a:lvl2pPr>
            <a:lvl3pPr marL="1008309" indent="0">
              <a:buNone/>
              <a:defRPr sz="1103"/>
            </a:lvl3pPr>
            <a:lvl4pPr marL="1512463" indent="0">
              <a:buNone/>
              <a:defRPr sz="992"/>
            </a:lvl4pPr>
            <a:lvl5pPr marL="2016618" indent="0">
              <a:buNone/>
              <a:defRPr sz="992"/>
            </a:lvl5pPr>
            <a:lvl6pPr marL="2520772" indent="0">
              <a:buNone/>
              <a:defRPr sz="992"/>
            </a:lvl6pPr>
            <a:lvl7pPr marL="3024927" indent="0">
              <a:buNone/>
              <a:defRPr sz="992"/>
            </a:lvl7pPr>
            <a:lvl8pPr marL="3529081" indent="0">
              <a:buNone/>
              <a:defRPr sz="992"/>
            </a:lvl8pPr>
            <a:lvl9pPr marL="4033236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spcBef>
                <a:spcPts val="180"/>
              </a:spcBef>
            </a:pPr>
            <a:fld id="{81D60167-4931-47E6-BA6A-407CBD079E47}" type="slidenum">
              <a:rPr lang="en-IN" spc="-25" smtClean="0"/>
              <a:pPr marL="12700">
                <a:spcBef>
                  <a:spcPts val="180"/>
                </a:spcBef>
              </a:pPr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778171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5051" y="1932727"/>
            <a:ext cx="5983611" cy="1512570"/>
          </a:xfrm>
        </p:spPr>
        <p:txBody>
          <a:bodyPr anchor="b">
            <a:normAutofit/>
          </a:bodyPr>
          <a:lstStyle>
            <a:lvl1pPr algn="ctr">
              <a:defRPr sz="3088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74917" y="1008380"/>
            <a:ext cx="3618043" cy="50419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764"/>
            </a:lvl1pPr>
            <a:lvl2pPr marL="504154" indent="0">
              <a:buNone/>
              <a:defRPr sz="1764"/>
            </a:lvl2pPr>
            <a:lvl3pPr marL="1008309" indent="0">
              <a:buNone/>
              <a:defRPr sz="1764"/>
            </a:lvl3pPr>
            <a:lvl4pPr marL="1512463" indent="0">
              <a:buNone/>
              <a:defRPr sz="1764"/>
            </a:lvl4pPr>
            <a:lvl5pPr marL="2016618" indent="0">
              <a:buNone/>
              <a:defRPr sz="1764"/>
            </a:lvl5pPr>
            <a:lvl6pPr marL="2520772" indent="0">
              <a:buNone/>
              <a:defRPr sz="1764"/>
            </a:lvl6pPr>
            <a:lvl7pPr marL="3024927" indent="0">
              <a:buNone/>
              <a:defRPr sz="1764"/>
            </a:lvl7pPr>
            <a:lvl8pPr marL="3529081" indent="0">
              <a:buNone/>
              <a:defRPr sz="1764"/>
            </a:lvl8pPr>
            <a:lvl9pPr marL="4033236" indent="0">
              <a:buNone/>
              <a:defRPr sz="176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35051" y="3445297"/>
            <a:ext cx="5983611" cy="2016760"/>
          </a:xfrm>
        </p:spPr>
        <p:txBody>
          <a:bodyPr>
            <a:normAutofit/>
          </a:bodyPr>
          <a:lstStyle>
            <a:lvl1pPr marL="0" indent="0" algn="ctr">
              <a:buNone/>
              <a:defRPr sz="1985"/>
            </a:lvl1pPr>
            <a:lvl2pPr marL="504154" indent="0">
              <a:buNone/>
              <a:defRPr sz="1323"/>
            </a:lvl2pPr>
            <a:lvl3pPr marL="1008309" indent="0">
              <a:buNone/>
              <a:defRPr sz="1103"/>
            </a:lvl3pPr>
            <a:lvl4pPr marL="1512463" indent="0">
              <a:buNone/>
              <a:defRPr sz="992"/>
            </a:lvl4pPr>
            <a:lvl5pPr marL="2016618" indent="0">
              <a:buNone/>
              <a:defRPr sz="992"/>
            </a:lvl5pPr>
            <a:lvl6pPr marL="2520772" indent="0">
              <a:buNone/>
              <a:defRPr sz="992"/>
            </a:lvl6pPr>
            <a:lvl7pPr marL="3024927" indent="0">
              <a:buNone/>
              <a:defRPr sz="992"/>
            </a:lvl7pPr>
            <a:lvl8pPr marL="3529081" indent="0">
              <a:buNone/>
              <a:defRPr sz="992"/>
            </a:lvl8pPr>
            <a:lvl9pPr marL="4033236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spcBef>
                <a:spcPts val="180"/>
              </a:spcBef>
            </a:pPr>
            <a:fld id="{81D60167-4931-47E6-BA6A-407CBD079E47}" type="slidenum">
              <a:rPr lang="en-IN" spc="-25" smtClean="0"/>
              <a:pPr marL="12700">
                <a:spcBef>
                  <a:spcPts val="180"/>
                </a:spcBef>
              </a:pPr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1124618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6802" y="5219298"/>
            <a:ext cx="11047977" cy="624986"/>
          </a:xfrm>
        </p:spPr>
        <p:txBody>
          <a:bodyPr anchor="b">
            <a:normAutofit/>
          </a:bodyPr>
          <a:lstStyle>
            <a:lvl1pPr algn="ctr">
              <a:defRPr sz="2646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31137" y="1027913"/>
            <a:ext cx="9071032" cy="3490265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764"/>
            </a:lvl1pPr>
            <a:lvl2pPr marL="504154" indent="0">
              <a:buNone/>
              <a:defRPr sz="1764"/>
            </a:lvl2pPr>
            <a:lvl3pPr marL="1008309" indent="0">
              <a:buNone/>
              <a:defRPr sz="1764"/>
            </a:lvl3pPr>
            <a:lvl4pPr marL="1512463" indent="0">
              <a:buNone/>
              <a:defRPr sz="1764"/>
            </a:lvl4pPr>
            <a:lvl5pPr marL="2016618" indent="0">
              <a:buNone/>
              <a:defRPr sz="1764"/>
            </a:lvl5pPr>
            <a:lvl6pPr marL="2520772" indent="0">
              <a:buNone/>
              <a:defRPr sz="1764"/>
            </a:lvl6pPr>
            <a:lvl7pPr marL="3024927" indent="0">
              <a:buNone/>
              <a:defRPr sz="1764"/>
            </a:lvl7pPr>
            <a:lvl8pPr marL="3529081" indent="0">
              <a:buNone/>
              <a:defRPr sz="1764"/>
            </a:lvl8pPr>
            <a:lvl9pPr marL="4033236" indent="0">
              <a:buNone/>
              <a:defRPr sz="176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36802" y="5844284"/>
            <a:ext cx="11047977" cy="544455"/>
          </a:xfrm>
        </p:spPr>
        <p:txBody>
          <a:bodyPr>
            <a:normAutofit/>
          </a:bodyPr>
          <a:lstStyle>
            <a:lvl1pPr marL="0" indent="0" algn="ctr">
              <a:buNone/>
              <a:defRPr sz="1544"/>
            </a:lvl1pPr>
            <a:lvl2pPr marL="504154" indent="0">
              <a:buNone/>
              <a:defRPr sz="1323"/>
            </a:lvl2pPr>
            <a:lvl3pPr marL="1008309" indent="0">
              <a:buNone/>
              <a:defRPr sz="1103"/>
            </a:lvl3pPr>
            <a:lvl4pPr marL="1512463" indent="0">
              <a:buNone/>
              <a:defRPr sz="992"/>
            </a:lvl4pPr>
            <a:lvl5pPr marL="2016618" indent="0">
              <a:buNone/>
              <a:defRPr sz="992"/>
            </a:lvl5pPr>
            <a:lvl6pPr marL="2520772" indent="0">
              <a:buNone/>
              <a:defRPr sz="992"/>
            </a:lvl6pPr>
            <a:lvl7pPr marL="3024927" indent="0">
              <a:buNone/>
              <a:defRPr sz="992"/>
            </a:lvl7pPr>
            <a:lvl8pPr marL="3529081" indent="0">
              <a:buNone/>
              <a:defRPr sz="992"/>
            </a:lvl8pPr>
            <a:lvl9pPr marL="4033236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spcBef>
                <a:spcPts val="180"/>
              </a:spcBef>
            </a:pPr>
            <a:fld id="{81D60167-4931-47E6-BA6A-407CBD079E47}" type="slidenum">
              <a:rPr lang="en-IN" spc="-25" smtClean="0"/>
              <a:pPr marL="12700">
                <a:spcBef>
                  <a:spcPts val="180"/>
                </a:spcBef>
              </a:pPr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2852753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6803" y="756285"/>
            <a:ext cx="11047977" cy="3361267"/>
          </a:xfrm>
        </p:spPr>
        <p:txBody>
          <a:bodyPr anchor="ctr">
            <a:normAutofit/>
          </a:bodyPr>
          <a:lstStyle>
            <a:lvl1pPr algn="ctr">
              <a:defRPr sz="352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36802" y="4789805"/>
            <a:ext cx="11047980" cy="15966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205">
                <a:solidFill>
                  <a:schemeClr val="tx1"/>
                </a:solidFill>
              </a:defRPr>
            </a:lvl1pPr>
            <a:lvl2pPr marL="504154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2pPr>
            <a:lvl3pPr marL="100830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2463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4pPr>
            <a:lvl5pPr marL="2016618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5pPr>
            <a:lvl6pPr marL="2520772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6pPr>
            <a:lvl7pPr marL="3024927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7pPr>
            <a:lvl8pPr marL="352908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8pPr>
            <a:lvl9pPr marL="4033236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spcBef>
                <a:spcPts val="180"/>
              </a:spcBef>
            </a:pPr>
            <a:fld id="{81D60167-4931-47E6-BA6A-407CBD079E47}" type="slidenum">
              <a:rPr lang="en-IN" spc="-25" smtClean="0"/>
              <a:pPr marL="12700">
                <a:spcBef>
                  <a:spcPts val="180"/>
                </a:spcBef>
              </a:pPr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7556157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762844" y="951723"/>
            <a:ext cx="672227" cy="644878"/>
          </a:xfrm>
          <a:prstGeom prst="rect">
            <a:avLst/>
          </a:prstGeom>
        </p:spPr>
        <p:txBody>
          <a:bodyPr vert="horz" lIns="100834" tIns="50417" rIns="100834" bIns="50417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822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12555" y="3109171"/>
            <a:ext cx="672227" cy="644878"/>
          </a:xfrm>
          <a:prstGeom prst="rect">
            <a:avLst/>
          </a:prstGeom>
        </p:spPr>
        <p:txBody>
          <a:bodyPr vert="horz" lIns="100834" tIns="50417" rIns="100834" bIns="50417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822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5071" y="756286"/>
            <a:ext cx="9913596" cy="3025139"/>
          </a:xfrm>
        </p:spPr>
        <p:txBody>
          <a:bodyPr anchor="ctr">
            <a:normAutofit/>
          </a:bodyPr>
          <a:lstStyle>
            <a:lvl1pPr algn="ctr">
              <a:defRPr sz="3529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687156" y="3781424"/>
            <a:ext cx="9409429" cy="420158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985"/>
            </a:lvl1pPr>
            <a:lvl2pPr marL="504154" indent="0">
              <a:buFontTx/>
              <a:buNone/>
              <a:defRPr/>
            </a:lvl2pPr>
            <a:lvl3pPr marL="1008309" indent="0">
              <a:buFontTx/>
              <a:buNone/>
              <a:defRPr/>
            </a:lvl3pPr>
            <a:lvl4pPr marL="1512463" indent="0">
              <a:buFontTx/>
              <a:buNone/>
              <a:defRPr/>
            </a:lvl4pPr>
            <a:lvl5pPr marL="2016618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36802" y="4789805"/>
            <a:ext cx="11047977" cy="15966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205">
                <a:solidFill>
                  <a:schemeClr val="tx1"/>
                </a:solidFill>
              </a:defRPr>
            </a:lvl1pPr>
            <a:lvl2pPr marL="504154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2pPr>
            <a:lvl3pPr marL="100830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2463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4pPr>
            <a:lvl5pPr marL="2016618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5pPr>
            <a:lvl6pPr marL="2520772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6pPr>
            <a:lvl7pPr marL="3024927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7pPr>
            <a:lvl8pPr marL="352908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8pPr>
            <a:lvl9pPr marL="4033236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spcBef>
                <a:spcPts val="180"/>
              </a:spcBef>
            </a:pPr>
            <a:fld id="{81D60167-4931-47E6-BA6A-407CBD079E47}" type="slidenum">
              <a:rPr lang="en-IN" spc="-25" smtClean="0"/>
              <a:pPr marL="12700">
                <a:spcBef>
                  <a:spcPts val="180"/>
                </a:spcBef>
              </a:pPr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36765824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6804" y="3648630"/>
            <a:ext cx="11047975" cy="1619760"/>
          </a:xfrm>
        </p:spPr>
        <p:txBody>
          <a:bodyPr anchor="b">
            <a:normAutofit/>
          </a:bodyPr>
          <a:lstStyle>
            <a:lvl1pPr algn="r">
              <a:defRPr sz="352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36802" y="5268390"/>
            <a:ext cx="11047976" cy="948830"/>
          </a:xfrm>
        </p:spPr>
        <p:txBody>
          <a:bodyPr anchor="t">
            <a:normAutofit/>
          </a:bodyPr>
          <a:lstStyle>
            <a:lvl1pPr marL="0" indent="0" algn="r">
              <a:buNone/>
              <a:defRPr sz="2205">
                <a:solidFill>
                  <a:schemeClr val="tx1"/>
                </a:solidFill>
              </a:defRPr>
            </a:lvl1pPr>
            <a:lvl2pPr marL="504154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2pPr>
            <a:lvl3pPr marL="100830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2463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4pPr>
            <a:lvl5pPr marL="2016618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5pPr>
            <a:lvl6pPr marL="2520772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6pPr>
            <a:lvl7pPr marL="3024927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7pPr>
            <a:lvl8pPr marL="352908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8pPr>
            <a:lvl9pPr marL="4033236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spcBef>
                <a:spcPts val="180"/>
              </a:spcBef>
            </a:pPr>
            <a:fld id="{81D60167-4931-47E6-BA6A-407CBD079E47}" type="slidenum">
              <a:rPr lang="en-IN" spc="-25" smtClean="0"/>
              <a:pPr marL="12700">
                <a:spcBef>
                  <a:spcPts val="180"/>
                </a:spcBef>
              </a:pPr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32168412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762844" y="951723"/>
            <a:ext cx="672227" cy="644878"/>
          </a:xfrm>
          <a:prstGeom prst="rect">
            <a:avLst/>
          </a:prstGeom>
        </p:spPr>
        <p:txBody>
          <a:bodyPr vert="horz" lIns="100834" tIns="50417" rIns="100834" bIns="50417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822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12555" y="3109171"/>
            <a:ext cx="672227" cy="644878"/>
          </a:xfrm>
          <a:prstGeom prst="rect">
            <a:avLst/>
          </a:prstGeom>
        </p:spPr>
        <p:txBody>
          <a:bodyPr vert="horz" lIns="100834" tIns="50417" rIns="100834" bIns="50417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822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5071" y="756286"/>
            <a:ext cx="9913596" cy="3025139"/>
          </a:xfrm>
        </p:spPr>
        <p:txBody>
          <a:bodyPr anchor="ctr">
            <a:normAutofit/>
          </a:bodyPr>
          <a:lstStyle>
            <a:lvl1pPr algn="ctr">
              <a:defRPr sz="3529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36803" y="4285615"/>
            <a:ext cx="11047976" cy="980369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646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36802" y="5265985"/>
            <a:ext cx="11047976" cy="1120422"/>
          </a:xfrm>
        </p:spPr>
        <p:txBody>
          <a:bodyPr anchor="t">
            <a:normAutofit/>
          </a:bodyPr>
          <a:lstStyle>
            <a:lvl1pPr marL="0" indent="0" algn="r">
              <a:buNone/>
              <a:defRPr sz="1985">
                <a:solidFill>
                  <a:schemeClr val="tx1"/>
                </a:solidFill>
              </a:defRPr>
            </a:lvl1pPr>
            <a:lvl2pPr marL="504154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2pPr>
            <a:lvl3pPr marL="100830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2463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4pPr>
            <a:lvl5pPr marL="2016618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5pPr>
            <a:lvl6pPr marL="2520772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6pPr>
            <a:lvl7pPr marL="3024927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7pPr>
            <a:lvl8pPr marL="352908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8pPr>
            <a:lvl9pPr marL="4033236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spcBef>
                <a:spcPts val="180"/>
              </a:spcBef>
            </a:pPr>
            <a:fld id="{81D60167-4931-47E6-BA6A-407CBD079E47}" type="slidenum">
              <a:rPr lang="en-IN" spc="-25" smtClean="0"/>
              <a:pPr marL="12700">
                <a:spcBef>
                  <a:spcPts val="180"/>
                </a:spcBef>
              </a:pPr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399231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6803" y="756286"/>
            <a:ext cx="11047979" cy="300763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36802" y="3865457"/>
            <a:ext cx="11047980" cy="92434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3088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36801" y="4789805"/>
            <a:ext cx="11047980" cy="1596602"/>
          </a:xfrm>
        </p:spPr>
        <p:txBody>
          <a:bodyPr anchor="t">
            <a:normAutofit/>
          </a:bodyPr>
          <a:lstStyle>
            <a:lvl1pPr marL="0" indent="0" algn="l">
              <a:buNone/>
              <a:defRPr sz="1985">
                <a:solidFill>
                  <a:schemeClr val="tx1"/>
                </a:solidFill>
              </a:defRPr>
            </a:lvl1pPr>
            <a:lvl2pPr marL="504154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2pPr>
            <a:lvl3pPr marL="100830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2463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4pPr>
            <a:lvl5pPr marL="2016618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5pPr>
            <a:lvl6pPr marL="2520772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6pPr>
            <a:lvl7pPr marL="3024927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7pPr>
            <a:lvl8pPr marL="352908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8pPr>
            <a:lvl9pPr marL="4033236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spcBef>
                <a:spcPts val="180"/>
              </a:spcBef>
            </a:pPr>
            <a:fld id="{81D60167-4931-47E6-BA6A-407CBD079E47}" type="slidenum">
              <a:rPr lang="en-IN" spc="-25" smtClean="0"/>
              <a:pPr marL="12700">
                <a:spcBef>
                  <a:spcPts val="180"/>
                </a:spcBef>
              </a:pPr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888103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spcBef>
                <a:spcPts val="180"/>
              </a:spcBef>
            </a:pPr>
            <a:fld id="{81D60167-4931-47E6-BA6A-407CBD079E47}" type="slidenum">
              <a:rPr lang="en-IN" spc="-25" smtClean="0"/>
              <a:pPr marL="12700">
                <a:spcBef>
                  <a:spcPts val="180"/>
                </a:spcBef>
              </a:pPr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821884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32534" y="756285"/>
            <a:ext cx="1952247" cy="56301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36802" y="756285"/>
            <a:ext cx="8843646" cy="563012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spcBef>
                <a:spcPts val="180"/>
              </a:spcBef>
            </a:pPr>
            <a:fld id="{81D60167-4931-47E6-BA6A-407CBD079E47}" type="slidenum">
              <a:rPr lang="en-IN" spc="-25" smtClean="0"/>
              <a:pPr marL="12700">
                <a:spcBef>
                  <a:spcPts val="180"/>
                </a:spcBef>
              </a:pPr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2015380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66306" y="1"/>
            <a:ext cx="2687158" cy="756285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36801" y="756286"/>
            <a:ext cx="11047980" cy="193272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36800" y="2941108"/>
            <a:ext cx="11047980" cy="34452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732535" y="6487945"/>
            <a:ext cx="1260425" cy="402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3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36541" y="6487945"/>
            <a:ext cx="7811966" cy="402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3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076989" y="6487945"/>
            <a:ext cx="607791" cy="402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3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marL="12700">
              <a:spcBef>
                <a:spcPts val="180"/>
              </a:spcBef>
            </a:pPr>
            <a:fld id="{81D60167-4931-47E6-BA6A-407CBD079E47}" type="slidenum">
              <a:rPr lang="en-IN" spc="-25" smtClean="0"/>
              <a:pPr marL="12700">
                <a:spcBef>
                  <a:spcPts val="180"/>
                </a:spcBef>
              </a:pPr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339666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9" r:id="rId1"/>
    <p:sldLayoutId id="2147483880" r:id="rId2"/>
    <p:sldLayoutId id="2147483881" r:id="rId3"/>
    <p:sldLayoutId id="2147483882" r:id="rId4"/>
    <p:sldLayoutId id="2147483883" r:id="rId5"/>
    <p:sldLayoutId id="2147483884" r:id="rId6"/>
    <p:sldLayoutId id="2147483885" r:id="rId7"/>
    <p:sldLayoutId id="2147483886" r:id="rId8"/>
    <p:sldLayoutId id="2147483887" r:id="rId9"/>
    <p:sldLayoutId id="2147483888" r:id="rId10"/>
    <p:sldLayoutId id="2147483889" r:id="rId11"/>
    <p:sldLayoutId id="2147483890" r:id="rId12"/>
    <p:sldLayoutId id="2147483891" r:id="rId13"/>
    <p:sldLayoutId id="2147483892" r:id="rId14"/>
    <p:sldLayoutId id="2147483893" r:id="rId15"/>
    <p:sldLayoutId id="2147483894" r:id="rId16"/>
    <p:sldLayoutId id="2147483895" r:id="rId17"/>
  </p:sldLayoutIdLst>
  <p:txStyles>
    <p:titleStyle>
      <a:lvl1pPr algn="ctr" defTabSz="504154" rtl="0" eaLnBrk="1" latinLnBrk="0" hangingPunct="1">
        <a:spcBef>
          <a:spcPct val="0"/>
        </a:spcBef>
        <a:buNone/>
        <a:defRPr sz="4411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15097" indent="-315097" algn="l" defTabSz="504154" rtl="0" eaLnBrk="1" latinLnBrk="0" hangingPunct="1">
        <a:spcBef>
          <a:spcPct val="20000"/>
        </a:spcBef>
        <a:spcAft>
          <a:spcPts val="662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646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819251" indent="-315097" algn="l" defTabSz="504154" rtl="0" eaLnBrk="1" latinLnBrk="0" hangingPunct="1">
        <a:spcBef>
          <a:spcPct val="20000"/>
        </a:spcBef>
        <a:spcAft>
          <a:spcPts val="662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205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323405" indent="-315097" algn="l" defTabSz="504154" rtl="0" eaLnBrk="1" latinLnBrk="0" hangingPunct="1">
        <a:spcBef>
          <a:spcPct val="20000"/>
        </a:spcBef>
        <a:spcAft>
          <a:spcPts val="662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985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1521" indent="-189058" algn="l" defTabSz="504154" rtl="0" eaLnBrk="1" latinLnBrk="0" hangingPunct="1">
        <a:spcBef>
          <a:spcPct val="20000"/>
        </a:spcBef>
        <a:spcAft>
          <a:spcPts val="662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764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205676" indent="-189058" algn="l" defTabSz="504154" rtl="0" eaLnBrk="1" latinLnBrk="0" hangingPunct="1">
        <a:spcBef>
          <a:spcPct val="20000"/>
        </a:spcBef>
        <a:spcAft>
          <a:spcPts val="662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544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772849" indent="-252077" algn="l" defTabSz="504154" rtl="0" eaLnBrk="1" latinLnBrk="0" hangingPunct="1">
        <a:spcBef>
          <a:spcPct val="20000"/>
        </a:spcBef>
        <a:spcAft>
          <a:spcPts val="662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544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277004" indent="-252077" algn="l" defTabSz="504154" rtl="0" eaLnBrk="1" latinLnBrk="0" hangingPunct="1">
        <a:spcBef>
          <a:spcPct val="20000"/>
        </a:spcBef>
        <a:spcAft>
          <a:spcPts val="662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544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781158" indent="-252077" algn="l" defTabSz="504154" rtl="0" eaLnBrk="1" latinLnBrk="0" hangingPunct="1">
        <a:spcBef>
          <a:spcPct val="20000"/>
        </a:spcBef>
        <a:spcAft>
          <a:spcPts val="662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544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285313" indent="-252077" algn="l" defTabSz="504154" rtl="0" eaLnBrk="1" latinLnBrk="0" hangingPunct="1">
        <a:spcBef>
          <a:spcPct val="20000"/>
        </a:spcBef>
        <a:spcAft>
          <a:spcPts val="662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544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4154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1pPr>
      <a:lvl2pPr marL="504154" algn="l" defTabSz="504154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1008309" algn="l" defTabSz="504154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3pPr>
      <a:lvl4pPr marL="1512463" algn="l" defTabSz="504154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016618" algn="l" defTabSz="504154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520772" algn="l" defTabSz="504154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024927" algn="l" defTabSz="504154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529081" algn="l" defTabSz="504154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033236" algn="l" defTabSz="504154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3"/>
          <p:cNvSpPr txBox="1">
            <a:spLocks noGrp="1"/>
          </p:cNvSpPr>
          <p:nvPr>
            <p:ph type="title"/>
          </p:nvPr>
        </p:nvSpPr>
        <p:spPr>
          <a:xfrm>
            <a:off x="1053214" y="205531"/>
            <a:ext cx="11335995" cy="1169392"/>
          </a:xfrm>
          <a:prstGeom prst="rect">
            <a:avLst/>
          </a:prstGeom>
        </p:spPr>
        <p:txBody>
          <a:bodyPr vert="horz" wrap="square" lIns="0" tIns="100808" rIns="0" bIns="0" rtlCol="0" anchor="ctr">
            <a:spAutoFit/>
          </a:bodyPr>
          <a:lstStyle/>
          <a:p>
            <a:pPr algn="ctr">
              <a:spcBef>
                <a:spcPts val="794"/>
              </a:spcBef>
            </a:pPr>
            <a:r>
              <a:rPr sz="3200" b="1" spc="-31" dirty="0">
                <a:solidFill>
                  <a:srgbClr val="000000"/>
                </a:solidFill>
                <a:latin typeface="Times New Roman"/>
                <a:cs typeface="Times New Roman"/>
              </a:rPr>
              <a:t>JNANAVIKAS</a:t>
            </a:r>
            <a:r>
              <a:rPr sz="3200" b="1" spc="-7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0000"/>
                </a:solidFill>
                <a:latin typeface="Times New Roman"/>
                <a:cs typeface="Times New Roman"/>
              </a:rPr>
              <a:t>INSTITUTE</a:t>
            </a:r>
            <a:r>
              <a:rPr sz="3200" b="1" spc="-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3200" b="1" spc="-1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b="1" spc="-9" dirty="0">
                <a:solidFill>
                  <a:srgbClr val="000000"/>
                </a:solidFill>
                <a:latin typeface="Times New Roman"/>
                <a:cs typeface="Times New Roman"/>
              </a:rPr>
              <a:t>TECHNOLOGY</a:t>
            </a:r>
            <a:endParaRPr sz="3200" dirty="0">
              <a:latin typeface="Times New Roman"/>
              <a:cs typeface="Times New Roman"/>
            </a:endParaRPr>
          </a:p>
          <a:p>
            <a:pPr marL="378175" marR="339188" algn="ctr">
              <a:lnSpc>
                <a:spcPct val="115100"/>
              </a:lnSpc>
              <a:spcBef>
                <a:spcPts val="110"/>
              </a:spcBef>
            </a:pPr>
            <a:r>
              <a:rPr sz="1800" spc="-9" dirty="0">
                <a:solidFill>
                  <a:srgbClr val="000000"/>
                </a:solidFill>
                <a:latin typeface="Times New Roman"/>
                <a:cs typeface="Times New Roman"/>
              </a:rPr>
              <a:t>Vidya</a:t>
            </a:r>
            <a:r>
              <a:rPr sz="18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Sodha,</a:t>
            </a:r>
            <a:r>
              <a:rPr sz="1800" spc="-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Padmashree</a:t>
            </a:r>
            <a:r>
              <a:rPr sz="1800" spc="-1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G.D.</a:t>
            </a:r>
            <a:r>
              <a:rPr sz="1800" spc="-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Goyalji</a:t>
            </a:r>
            <a:r>
              <a:rPr sz="1800" spc="-5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Campus,</a:t>
            </a:r>
            <a:r>
              <a:rPr sz="1800" spc="-1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spc="-9" dirty="0">
                <a:solidFill>
                  <a:srgbClr val="000000"/>
                </a:solidFill>
                <a:latin typeface="Times New Roman"/>
                <a:cs typeface="Times New Roman"/>
              </a:rPr>
              <a:t>Bangalore-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Mysore</a:t>
            </a:r>
            <a:r>
              <a:rPr sz="18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Highway</a:t>
            </a:r>
            <a:r>
              <a:rPr sz="1800" spc="-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spc="-9" dirty="0">
                <a:solidFill>
                  <a:srgbClr val="000000"/>
                </a:solidFill>
                <a:latin typeface="Times New Roman"/>
                <a:cs typeface="Times New Roman"/>
              </a:rPr>
              <a:t>Bidadi </a:t>
            </a:r>
            <a:br>
              <a:rPr lang="en-US" sz="1800" spc="-9" dirty="0">
                <a:solidFill>
                  <a:srgbClr val="000000"/>
                </a:solidFill>
                <a:latin typeface="Times New Roman"/>
                <a:cs typeface="Times New Roman"/>
              </a:rPr>
            </a:br>
            <a:r>
              <a:rPr sz="1800" spc="-9" dirty="0">
                <a:solidFill>
                  <a:srgbClr val="000000"/>
                </a:solidFill>
                <a:latin typeface="Times New Roman"/>
                <a:cs typeface="Times New Roman"/>
              </a:rPr>
              <a:t>Bangalore-562109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xfrm>
            <a:off x="10338658" y="7829596"/>
            <a:ext cx="208855" cy="190712"/>
          </a:xfrm>
          <a:prstGeom prst="rect">
            <a:avLst/>
          </a:prstGeom>
        </p:spPr>
        <p:txBody>
          <a:bodyPr vert="horz" wrap="square" lIns="0" tIns="28403" rIns="0" bIns="0" rtlCol="0" anchor="ctr">
            <a:spAutoFit/>
          </a:bodyPr>
          <a:lstStyle/>
          <a:p>
            <a:pPr marL="55139">
              <a:spcBef>
                <a:spcPts val="223"/>
              </a:spcBef>
            </a:pPr>
            <a:fld id="{81D60167-4931-47E6-BA6A-407CBD079E47}" type="slidenum">
              <a:rPr spc="-44" dirty="0"/>
              <a:pPr marL="55139">
                <a:spcBef>
                  <a:spcPts val="223"/>
                </a:spcBef>
              </a:pPr>
              <a:t>1</a:t>
            </a:fld>
            <a:endParaRPr spc="-44" dirty="0"/>
          </a:p>
        </p:txBody>
      </p:sp>
      <p:sp>
        <p:nvSpPr>
          <p:cNvPr id="4" name="object 4"/>
          <p:cNvSpPr txBox="1"/>
          <p:nvPr/>
        </p:nvSpPr>
        <p:spPr>
          <a:xfrm>
            <a:off x="1535165" y="2138438"/>
            <a:ext cx="10372091" cy="1948144"/>
          </a:xfrm>
          <a:prstGeom prst="rect">
            <a:avLst/>
          </a:prstGeom>
        </p:spPr>
        <p:txBody>
          <a:bodyPr vert="horz" wrap="square" lIns="0" tIns="39543" rIns="0" bIns="0" rtlCol="0">
            <a:spAutoFit/>
          </a:bodyPr>
          <a:lstStyle/>
          <a:p>
            <a:pPr algn="ctr">
              <a:spcBef>
                <a:spcPts val="311"/>
              </a:spcBef>
            </a:pPr>
            <a:r>
              <a:rPr sz="2400" b="1" spc="-31" dirty="0">
                <a:latin typeface="Times New Roman"/>
                <a:cs typeface="Times New Roman"/>
              </a:rPr>
              <a:t>DEPARTMENT</a:t>
            </a:r>
            <a:r>
              <a:rPr sz="2400" b="1" spc="-61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123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COMPUTER</a:t>
            </a:r>
            <a:r>
              <a:rPr sz="2400" b="1" spc="-39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SCIENCE</a:t>
            </a:r>
            <a:r>
              <a:rPr sz="2400" b="1" spc="-26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&amp;</a:t>
            </a:r>
            <a:r>
              <a:rPr sz="2400" b="1" spc="-48" dirty="0">
                <a:latin typeface="Times New Roman"/>
                <a:cs typeface="Times New Roman"/>
              </a:rPr>
              <a:t> </a:t>
            </a:r>
            <a:r>
              <a:rPr sz="2400" b="1" spc="-9" dirty="0">
                <a:latin typeface="Times New Roman"/>
                <a:cs typeface="Times New Roman"/>
              </a:rPr>
              <a:t>ENGINEERING</a:t>
            </a:r>
            <a:endParaRPr sz="2400" dirty="0">
              <a:latin typeface="Times New Roman"/>
              <a:cs typeface="Times New Roman"/>
            </a:endParaRPr>
          </a:p>
          <a:p>
            <a:pPr marL="1671" algn="ctr">
              <a:lnSpc>
                <a:spcPts val="1960"/>
              </a:lnSpc>
              <a:spcBef>
                <a:spcPts val="193"/>
              </a:spcBef>
            </a:pPr>
            <a:r>
              <a:rPr sz="2400" b="1" dirty="0">
                <a:latin typeface="Times New Roman"/>
                <a:cs typeface="Times New Roman"/>
              </a:rPr>
              <a:t>Course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Code</a:t>
            </a:r>
            <a:r>
              <a:rPr sz="2400" b="1" spc="-22" dirty="0">
                <a:latin typeface="Times New Roman"/>
                <a:cs typeface="Times New Roman"/>
              </a:rPr>
              <a:t> </a:t>
            </a:r>
            <a:r>
              <a:rPr sz="2400" b="1" spc="-9" dirty="0">
                <a:latin typeface="Times New Roman"/>
                <a:cs typeface="Times New Roman"/>
              </a:rPr>
              <a:t>:B</a:t>
            </a:r>
            <a:r>
              <a:rPr lang="en-US" sz="2400" b="1" spc="-9" dirty="0">
                <a:latin typeface="Times New Roman"/>
                <a:cs typeface="Times New Roman"/>
              </a:rPr>
              <a:t>CS803</a:t>
            </a:r>
            <a:endParaRPr sz="2400" dirty="0">
              <a:latin typeface="Times New Roman"/>
              <a:cs typeface="Times New Roman"/>
            </a:endParaRPr>
          </a:p>
          <a:p>
            <a:pPr marL="397111" marR="161518" algn="ctr">
              <a:lnSpc>
                <a:spcPts val="4456"/>
              </a:lnSpc>
              <a:spcBef>
                <a:spcPts val="417"/>
              </a:spcBef>
            </a:pPr>
            <a:r>
              <a:rPr sz="4400" b="1" spc="110" dirty="0">
                <a:solidFill>
                  <a:srgbClr val="C00000"/>
                </a:solidFill>
                <a:latin typeface="Times New Roman"/>
                <a:cs typeface="Times New Roman"/>
              </a:rPr>
              <a:t>“</a:t>
            </a:r>
            <a:r>
              <a:rPr lang="en-US" sz="4400" b="1" spc="110" dirty="0">
                <a:solidFill>
                  <a:srgbClr val="C00000"/>
                </a:solidFill>
                <a:latin typeface="Times New Roman"/>
                <a:cs typeface="Times New Roman"/>
              </a:rPr>
              <a:t>INTERNSHIP REVIEW</a:t>
            </a:r>
            <a:r>
              <a:rPr sz="4400" b="1" spc="-44" dirty="0">
                <a:solidFill>
                  <a:srgbClr val="C00000"/>
                </a:solidFill>
                <a:latin typeface="Times New Roman"/>
                <a:cs typeface="Times New Roman"/>
              </a:rPr>
              <a:t>”</a:t>
            </a:r>
            <a:endParaRPr lang="en-US" sz="4400" b="1" spc="-44" dirty="0">
              <a:solidFill>
                <a:srgbClr val="C00000"/>
              </a:solidFill>
              <a:latin typeface="Times New Roman"/>
              <a:cs typeface="Times New Roman"/>
            </a:endParaRPr>
          </a:p>
          <a:p>
            <a:pPr marL="397111" marR="161518" algn="ctr">
              <a:lnSpc>
                <a:spcPts val="4456"/>
              </a:lnSpc>
              <a:spcBef>
                <a:spcPts val="417"/>
              </a:spcBef>
            </a:pPr>
            <a:r>
              <a:rPr lang="en-IN" sz="4400" b="1" spc="-44" dirty="0">
                <a:solidFill>
                  <a:srgbClr val="C00000"/>
                </a:solidFill>
                <a:latin typeface="Times New Roman"/>
                <a:cs typeface="Times New Roman"/>
              </a:rPr>
              <a:t>(Python-Full Stack)</a:t>
            </a:r>
            <a:endParaRPr sz="44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35869" y="5318126"/>
            <a:ext cx="4660898" cy="1177781"/>
          </a:xfrm>
          <a:prstGeom prst="rect">
            <a:avLst/>
          </a:prstGeom>
        </p:spPr>
        <p:txBody>
          <a:bodyPr vert="horz" wrap="square" lIns="0" tIns="123085" rIns="0" bIns="0" rtlCol="0">
            <a:spAutoFit/>
          </a:bodyPr>
          <a:lstStyle/>
          <a:p>
            <a:pPr marL="172657">
              <a:spcBef>
                <a:spcPts val="969"/>
              </a:spcBef>
            </a:pPr>
            <a:r>
              <a:rPr b="1" dirty="0">
                <a:latin typeface="Times New Roman"/>
                <a:cs typeface="Times New Roman"/>
              </a:rPr>
              <a:t>Submitted</a:t>
            </a:r>
            <a:r>
              <a:rPr b="1" spc="-22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By</a:t>
            </a:r>
            <a:r>
              <a:rPr b="1" spc="-35" dirty="0">
                <a:latin typeface="Times New Roman"/>
                <a:cs typeface="Times New Roman"/>
              </a:rPr>
              <a:t> </a:t>
            </a:r>
            <a:r>
              <a:rPr b="1" spc="-44" dirty="0">
                <a:latin typeface="Times New Roman"/>
                <a:cs typeface="Times New Roman"/>
              </a:rPr>
              <a:t>:</a:t>
            </a:r>
            <a:r>
              <a:rPr lang="en-US" b="1" spc="-44" dirty="0">
                <a:latin typeface="Times New Roman"/>
                <a:cs typeface="Times New Roman"/>
              </a:rPr>
              <a:t> </a:t>
            </a:r>
          </a:p>
          <a:p>
            <a:pPr marL="172657">
              <a:spcBef>
                <a:spcPts val="969"/>
              </a:spcBef>
            </a:pPr>
            <a:r>
              <a:rPr lang="en-US" spc="-44" dirty="0">
                <a:latin typeface="Times New Roman"/>
                <a:cs typeface="Times New Roman"/>
              </a:rPr>
              <a:t>Akash KS</a:t>
            </a:r>
            <a:r>
              <a:rPr lang="en-US" dirty="0">
                <a:latin typeface="Times New Roman"/>
                <a:cs typeface="Times New Roman"/>
              </a:rPr>
              <a:t>(1JV22CS002)</a:t>
            </a:r>
          </a:p>
          <a:p>
            <a:pPr marL="172657">
              <a:spcBef>
                <a:spcPts val="969"/>
              </a:spcBef>
            </a:pPr>
            <a:r>
              <a:rPr lang="en-US" sz="1579" b="1" spc="-44" dirty="0">
                <a:latin typeface="Times New Roman"/>
                <a:cs typeface="Times New Roman"/>
              </a:rPr>
              <a:t>                             </a:t>
            </a:r>
            <a:endParaRPr sz="1579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55669" y="5332732"/>
            <a:ext cx="5579322" cy="904972"/>
          </a:xfrm>
          <a:prstGeom prst="rect">
            <a:avLst/>
          </a:prstGeom>
        </p:spPr>
        <p:txBody>
          <a:bodyPr vert="horz" wrap="square" lIns="0" tIns="59036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430"/>
              </a:spcBef>
            </a:pPr>
            <a:r>
              <a:rPr lang="en-US" b="1" spc="-13" dirty="0">
                <a:latin typeface="Times New Roman"/>
                <a:cs typeface="Times New Roman"/>
              </a:rPr>
              <a:t>Internal Guide</a:t>
            </a:r>
            <a:r>
              <a:rPr b="1" spc="-13" dirty="0">
                <a:latin typeface="Times New Roman"/>
                <a:cs typeface="Times New Roman"/>
              </a:rPr>
              <a:t> </a:t>
            </a:r>
            <a:r>
              <a:rPr b="1" spc="-44" dirty="0">
                <a:latin typeface="Times New Roman"/>
                <a:cs typeface="Times New Roman"/>
              </a:rPr>
              <a:t>:</a:t>
            </a:r>
            <a:r>
              <a:rPr lang="en-US" b="1" spc="-44" dirty="0">
                <a:latin typeface="Times New Roman"/>
                <a:cs typeface="Times New Roman"/>
              </a:rPr>
              <a:t> </a:t>
            </a:r>
            <a:r>
              <a:rPr lang="en-IN" dirty="0">
                <a:latin typeface="Times New Roman"/>
                <a:cs typeface="Times New Roman"/>
              </a:rPr>
              <a:t>Asst.</a:t>
            </a:r>
            <a:r>
              <a:rPr lang="en-IN" spc="-10" dirty="0">
                <a:latin typeface="Times New Roman"/>
                <a:cs typeface="Times New Roman"/>
              </a:rPr>
              <a:t> </a:t>
            </a:r>
            <a:r>
              <a:rPr lang="en-IN" dirty="0">
                <a:latin typeface="Times New Roman"/>
                <a:cs typeface="Times New Roman"/>
              </a:rPr>
              <a:t>Prof .NIRMALA V</a:t>
            </a:r>
            <a:r>
              <a:rPr lang="en-IN" spc="-35" dirty="0">
                <a:latin typeface="Times New Roman"/>
                <a:cs typeface="Times New Roman"/>
              </a:rPr>
              <a:t>.</a:t>
            </a:r>
            <a:r>
              <a:rPr lang="en-IN" spc="-50" dirty="0">
                <a:latin typeface="Times New Roman"/>
                <a:cs typeface="Times New Roman"/>
              </a:rPr>
              <a:t>N  |  Dept. of CSE</a:t>
            </a:r>
            <a:endParaRPr lang="en-IN" dirty="0">
              <a:latin typeface="Times New Roman"/>
              <a:cs typeface="Times New Roman"/>
            </a:endParaRPr>
          </a:p>
          <a:p>
            <a:pPr marL="11139">
              <a:lnSpc>
                <a:spcPct val="150000"/>
              </a:lnSpc>
              <a:spcBef>
                <a:spcPts val="465"/>
              </a:spcBef>
            </a:pPr>
            <a:r>
              <a:rPr lang="en-US" b="1" dirty="0">
                <a:latin typeface="Times New Roman"/>
                <a:cs typeface="Times New Roman"/>
              </a:rPr>
              <a:t>External Guide : </a:t>
            </a:r>
            <a:r>
              <a:rPr lang="en-US" dirty="0">
                <a:latin typeface="Times New Roman"/>
                <a:cs typeface="Times New Roman"/>
              </a:rPr>
              <a:t>MS. ANUPAMA  |  Technical Lead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51469" y="252023"/>
            <a:ext cx="1219200" cy="103999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3444" y="161260"/>
            <a:ext cx="1536167" cy="12579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EE88D-4B5D-8E15-B524-167BF8C00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67" y="581025"/>
            <a:ext cx="7696200" cy="1210163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OVERVIEW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7318A0-1564-BB3F-25B6-0AAD0F8ED0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35869" y="2409825"/>
            <a:ext cx="11595914" cy="106680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000" b="1" dirty="0" err="1">
                <a:solidFill>
                  <a:srgbClr val="F472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QSpiders</a:t>
            </a:r>
            <a:r>
              <a:rPr lang="en-US" sz="2000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Bangalore-based premier software training institute, established in 2010, bridging the gap between academic learning and real-world industry demands.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1278F6BD-215F-6DE4-A2DC-0D59DDD1714F}"/>
              </a:ext>
            </a:extLst>
          </p:cNvPr>
          <p:cNvPicPr/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alphaModFix amt="85000"/>
          </a:blip>
          <a:stretch>
            <a:fillRect/>
          </a:stretch>
        </p:blipFill>
        <p:spPr>
          <a:xfrm>
            <a:off x="0" y="0"/>
            <a:ext cx="13444538" cy="1238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A993D0-9C89-60B0-9121-5C3D86A984BF}"/>
              </a:ext>
            </a:extLst>
          </p:cNvPr>
          <p:cNvSpPr txBox="1"/>
          <p:nvPr/>
        </p:nvSpPr>
        <p:spPr>
          <a:xfrm>
            <a:off x="2455069" y="3933825"/>
            <a:ext cx="5943600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Specializes in Python Full Stack Development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7A943A-D344-0843-2D6B-CBF527249AA2}"/>
              </a:ext>
            </a:extLst>
          </p:cNvPr>
          <p:cNvCxnSpPr>
            <a:cxnSpLocks/>
          </p:cNvCxnSpPr>
          <p:nvPr/>
        </p:nvCxnSpPr>
        <p:spPr>
          <a:xfrm>
            <a:off x="2867167" y="1791188"/>
            <a:ext cx="6598302" cy="0"/>
          </a:xfrm>
          <a:prstGeom prst="line">
            <a:avLst/>
          </a:prstGeom>
          <a:ln w="38100">
            <a:headEnd type="diamond" w="med" len="med"/>
            <a:tailEnd type="diamond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385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0740" y="830201"/>
            <a:ext cx="9223058" cy="60670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What is HTML?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10870776" y="7118411"/>
            <a:ext cx="3025021" cy="185115"/>
          </a:xfrm>
          <a:prstGeom prst="rect">
            <a:avLst/>
          </a:prstGeom>
        </p:spPr>
        <p:txBody>
          <a:bodyPr vert="horz" wrap="square" lIns="0" tIns="22860" rIns="0" bIns="0" rtlCol="0" anchor="ctr">
            <a:spAutoFit/>
          </a:bodyPr>
          <a:lstStyle/>
          <a:p>
            <a:pPr marL="12700">
              <a:spcBef>
                <a:spcPts val="180"/>
              </a:spcBef>
            </a:pPr>
            <a:fld id="{81D60167-4931-47E6-BA6A-407CBD079E47}" type="slidenum">
              <a:rPr spc="-25" dirty="0"/>
              <a:pPr marL="12700">
                <a:spcBef>
                  <a:spcPts val="180"/>
                </a:spcBef>
              </a:pPr>
              <a:t>3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2226469" y="1724026"/>
            <a:ext cx="9223058" cy="38374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spcBef>
                <a:spcPts val="10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Hypertext Markup Language</a:t>
            </a:r>
          </a:p>
          <a:p>
            <a:pPr marL="393065" indent="-128905" algn="just">
              <a:spcBef>
                <a:spcPts val="1839"/>
              </a:spcBef>
              <a:buChar char="•"/>
              <a:tabLst>
                <a:tab pos="393065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The</a:t>
            </a:r>
            <a:r>
              <a:rPr lang="en-US" sz="16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</a:t>
            </a:r>
            <a:r>
              <a:rPr lang="en-US" sz="16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markup</a:t>
            </a:r>
            <a:r>
              <a:rPr lang="en-US" sz="16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</a:t>
            </a:r>
            <a:r>
              <a:rPr lang="en-US" sz="16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16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</a:t>
            </a:r>
            <a:r>
              <a:rPr lang="en-US" sz="16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en-US" sz="16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3065" indent="-128905" algn="just">
              <a:spcBef>
                <a:spcPts val="1765"/>
              </a:spcBef>
              <a:buChar char="•"/>
              <a:tabLst>
                <a:tab pos="393065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It</a:t>
            </a:r>
            <a:r>
              <a:rPr lang="en-US" sz="16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describes</a:t>
            </a:r>
            <a:r>
              <a:rPr lang="en-US" sz="16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6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r>
              <a:rPr lang="en-US" sz="16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6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webpage</a:t>
            </a:r>
            <a:r>
              <a:rPr lang="en-US" sz="16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semantically.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3065" indent="-128905" algn="just">
              <a:spcBef>
                <a:spcPts val="1765"/>
              </a:spcBef>
              <a:buChar char="•"/>
              <a:tabLst>
                <a:tab pos="393065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Think</a:t>
            </a:r>
            <a:r>
              <a:rPr lang="en-US" sz="1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skeleton</a:t>
            </a:r>
            <a:r>
              <a:rPr lang="en-US" sz="16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website.</a:t>
            </a:r>
          </a:p>
          <a:p>
            <a:pPr marL="549910" marR="582295" indent="-285750" algn="just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tags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&lt;h1&gt;,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&lt;p&gt;,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&lt;div&gt;,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interpreted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browsers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49910" marR="226695" indent="-285750" algn="just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latest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audio,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video,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canvas.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US"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block-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(like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&lt;div&gt;)</a:t>
            </a:r>
            <a:r>
              <a:rPr lang="en-US"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inline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(like</a:t>
            </a:r>
            <a:r>
              <a:rPr lang="en-US"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&lt;span&gt;).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49910" indent="-285750" algn="just">
              <a:spcBef>
                <a:spcPts val="101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(e.g.,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alphaModFix amt="85000"/>
          </a:blip>
          <a:stretch>
            <a:fillRect/>
          </a:stretch>
        </p:blipFill>
        <p:spPr>
          <a:xfrm>
            <a:off x="0" y="0"/>
            <a:ext cx="13444538" cy="1238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250">
        <p15:prstTrans prst="origami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56569" y="1683057"/>
            <a:ext cx="9930130" cy="1715135"/>
            <a:chOff x="381000" y="1683056"/>
            <a:chExt cx="9930130" cy="1715135"/>
          </a:xfrm>
        </p:grpSpPr>
        <p:sp>
          <p:nvSpPr>
            <p:cNvPr id="3" name="object 3"/>
            <p:cNvSpPr/>
            <p:nvPr/>
          </p:nvSpPr>
          <p:spPr>
            <a:xfrm>
              <a:off x="381000" y="1683056"/>
              <a:ext cx="9930130" cy="1715135"/>
            </a:xfrm>
            <a:custGeom>
              <a:avLst/>
              <a:gdLst/>
              <a:ahLst/>
              <a:cxnLst/>
              <a:rect l="l" t="t" r="r" b="b"/>
              <a:pathLst>
                <a:path w="9930130" h="1715135">
                  <a:moveTo>
                    <a:pt x="9853800" y="1714741"/>
                  </a:moveTo>
                  <a:lnTo>
                    <a:pt x="76200" y="1714741"/>
                  </a:lnTo>
                  <a:lnTo>
                    <a:pt x="46612" y="1708729"/>
                  </a:lnTo>
                  <a:lnTo>
                    <a:pt x="22383" y="1692358"/>
                  </a:lnTo>
                  <a:lnTo>
                    <a:pt x="6012" y="1668128"/>
                  </a:lnTo>
                  <a:lnTo>
                    <a:pt x="0" y="1638541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853800" y="0"/>
                  </a:lnTo>
                  <a:lnTo>
                    <a:pt x="9883387" y="6012"/>
                  </a:lnTo>
                  <a:lnTo>
                    <a:pt x="9907616" y="22383"/>
                  </a:lnTo>
                  <a:lnTo>
                    <a:pt x="9923987" y="46612"/>
                  </a:lnTo>
                  <a:lnTo>
                    <a:pt x="9930000" y="76200"/>
                  </a:lnTo>
                  <a:lnTo>
                    <a:pt x="9930000" y="1638541"/>
                  </a:lnTo>
                  <a:lnTo>
                    <a:pt x="9923987" y="1668128"/>
                  </a:lnTo>
                  <a:lnTo>
                    <a:pt x="9907616" y="1692358"/>
                  </a:lnTo>
                  <a:lnTo>
                    <a:pt x="9883387" y="1708729"/>
                  </a:lnTo>
                  <a:lnTo>
                    <a:pt x="9853800" y="1714741"/>
                  </a:lnTo>
                  <a:close/>
                </a:path>
              </a:pathLst>
            </a:custGeom>
            <a:solidFill>
              <a:srgbClr val="1621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1000" y="1683057"/>
              <a:ext cx="9930130" cy="1715135"/>
            </a:xfrm>
            <a:custGeom>
              <a:avLst/>
              <a:gdLst/>
              <a:ahLst/>
              <a:cxnLst/>
              <a:rect l="l" t="t" r="r" b="b"/>
              <a:pathLst>
                <a:path w="9930130" h="1715135">
                  <a:moveTo>
                    <a:pt x="9853800" y="1714741"/>
                  </a:moveTo>
                  <a:lnTo>
                    <a:pt x="76200" y="1714741"/>
                  </a:lnTo>
                  <a:lnTo>
                    <a:pt x="46612" y="1708729"/>
                  </a:lnTo>
                  <a:lnTo>
                    <a:pt x="22383" y="1692358"/>
                  </a:lnTo>
                  <a:lnTo>
                    <a:pt x="6012" y="1668128"/>
                  </a:lnTo>
                  <a:lnTo>
                    <a:pt x="0" y="1638541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853800" y="0"/>
                  </a:lnTo>
                  <a:lnTo>
                    <a:pt x="9883387" y="6012"/>
                  </a:lnTo>
                  <a:lnTo>
                    <a:pt x="9888585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1638541"/>
                  </a:lnTo>
                  <a:lnTo>
                    <a:pt x="14786" y="1664430"/>
                  </a:lnTo>
                  <a:lnTo>
                    <a:pt x="29110" y="1685631"/>
                  </a:lnTo>
                  <a:lnTo>
                    <a:pt x="50311" y="1699955"/>
                  </a:lnTo>
                  <a:lnTo>
                    <a:pt x="76200" y="1705216"/>
                  </a:lnTo>
                  <a:lnTo>
                    <a:pt x="9888585" y="1705216"/>
                  </a:lnTo>
                  <a:lnTo>
                    <a:pt x="9883387" y="1708729"/>
                  </a:lnTo>
                  <a:lnTo>
                    <a:pt x="9853800" y="1714741"/>
                  </a:lnTo>
                  <a:close/>
                </a:path>
                <a:path w="9930130" h="1715135">
                  <a:moveTo>
                    <a:pt x="9888585" y="1705216"/>
                  </a:moveTo>
                  <a:lnTo>
                    <a:pt x="9853800" y="1705216"/>
                  </a:lnTo>
                  <a:lnTo>
                    <a:pt x="9879688" y="1699955"/>
                  </a:lnTo>
                  <a:lnTo>
                    <a:pt x="9900889" y="1685631"/>
                  </a:lnTo>
                  <a:lnTo>
                    <a:pt x="9915214" y="1664430"/>
                  </a:lnTo>
                  <a:lnTo>
                    <a:pt x="9920475" y="1638541"/>
                  </a:lnTo>
                  <a:lnTo>
                    <a:pt x="9920475" y="76200"/>
                  </a:lnTo>
                  <a:lnTo>
                    <a:pt x="9915214" y="50311"/>
                  </a:lnTo>
                  <a:lnTo>
                    <a:pt x="9900889" y="29110"/>
                  </a:lnTo>
                  <a:lnTo>
                    <a:pt x="9879688" y="14786"/>
                  </a:lnTo>
                  <a:lnTo>
                    <a:pt x="9853800" y="9525"/>
                  </a:lnTo>
                  <a:lnTo>
                    <a:pt x="9888585" y="9525"/>
                  </a:lnTo>
                  <a:lnTo>
                    <a:pt x="9907616" y="22383"/>
                  </a:lnTo>
                  <a:lnTo>
                    <a:pt x="9923987" y="46612"/>
                  </a:lnTo>
                  <a:lnTo>
                    <a:pt x="9930000" y="76200"/>
                  </a:lnTo>
                  <a:lnTo>
                    <a:pt x="9930000" y="1638541"/>
                  </a:lnTo>
                  <a:lnTo>
                    <a:pt x="9923987" y="1668128"/>
                  </a:lnTo>
                  <a:lnTo>
                    <a:pt x="9907616" y="1692358"/>
                  </a:lnTo>
                  <a:lnTo>
                    <a:pt x="9888585" y="1705216"/>
                  </a:lnTo>
                  <a:close/>
                </a:path>
              </a:pathLst>
            </a:custGeom>
            <a:solidFill>
              <a:srgbClr val="4DCC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110740" y="830201"/>
            <a:ext cx="9223058" cy="60670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HTML Basic Structure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xfrm>
            <a:off x="10870776" y="7118411"/>
            <a:ext cx="3025021" cy="185115"/>
          </a:xfrm>
          <a:prstGeom prst="rect">
            <a:avLst/>
          </a:prstGeom>
        </p:spPr>
        <p:txBody>
          <a:bodyPr vert="horz" wrap="square" lIns="0" tIns="22860" rIns="0" bIns="0" rtlCol="0" anchor="ctr">
            <a:spAutoFit/>
          </a:bodyPr>
          <a:lstStyle/>
          <a:p>
            <a:pPr marL="12700">
              <a:spcBef>
                <a:spcPts val="180"/>
              </a:spcBef>
            </a:pPr>
            <a:fld id="{81D60167-4931-47E6-BA6A-407CBD079E47}" type="slidenum">
              <a:rPr spc="-25" dirty="0"/>
              <a:pPr marL="12700">
                <a:spcBef>
                  <a:spcPts val="180"/>
                </a:spcBef>
              </a:pPr>
              <a:t>4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1896269" y="1792985"/>
            <a:ext cx="4292600" cy="144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35"/>
              </a:lnSpc>
              <a:spcBef>
                <a:spcPts val="100"/>
              </a:spcBef>
            </a:pPr>
            <a:r>
              <a:rPr sz="1400" dirty="0">
                <a:solidFill>
                  <a:schemeClr val="bg1"/>
                </a:solidFill>
                <a:latin typeface="Courier New"/>
                <a:cs typeface="Courier New"/>
              </a:rPr>
              <a:t>&lt;!DOCTYPE</a:t>
            </a:r>
            <a:r>
              <a:rPr sz="1400" spc="-4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chemeClr val="bg1"/>
                </a:solidFill>
                <a:latin typeface="Courier New"/>
                <a:cs typeface="Courier New"/>
              </a:rPr>
              <a:t>html&gt;</a:t>
            </a:r>
            <a:endParaRPr sz="14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12700">
              <a:lnSpc>
                <a:spcPts val="1585"/>
              </a:lnSpc>
            </a:pPr>
            <a:r>
              <a:rPr sz="1400" spc="-10" dirty="0">
                <a:solidFill>
                  <a:schemeClr val="bg1"/>
                </a:solidFill>
                <a:latin typeface="Courier New"/>
                <a:cs typeface="Courier New"/>
              </a:rPr>
              <a:t>&lt;html&gt;</a:t>
            </a:r>
            <a:endParaRPr sz="14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226060">
              <a:lnSpc>
                <a:spcPts val="1585"/>
              </a:lnSpc>
            </a:pPr>
            <a:r>
              <a:rPr sz="1400" dirty="0">
                <a:solidFill>
                  <a:schemeClr val="bg1"/>
                </a:solidFill>
                <a:latin typeface="Courier New"/>
                <a:cs typeface="Courier New"/>
              </a:rPr>
              <a:t>&lt;head&gt;&lt;title&gt;Page</a:t>
            </a:r>
            <a:r>
              <a:rPr sz="1400" spc="-8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chemeClr val="bg1"/>
                </a:solidFill>
                <a:latin typeface="Courier New"/>
                <a:cs typeface="Courier New"/>
              </a:rPr>
              <a:t>Title&lt;/title&gt;&lt;/head&gt;</a:t>
            </a:r>
            <a:endParaRPr sz="14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226060">
              <a:lnSpc>
                <a:spcPts val="1585"/>
              </a:lnSpc>
            </a:pPr>
            <a:r>
              <a:rPr sz="1400" spc="-10" dirty="0">
                <a:solidFill>
                  <a:schemeClr val="bg1"/>
                </a:solidFill>
                <a:latin typeface="Courier New"/>
                <a:cs typeface="Courier New"/>
              </a:rPr>
              <a:t>&lt;body&gt;</a:t>
            </a:r>
            <a:endParaRPr sz="14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439420">
              <a:lnSpc>
                <a:spcPts val="1585"/>
              </a:lnSpc>
            </a:pPr>
            <a:r>
              <a:rPr sz="1400" dirty="0">
                <a:solidFill>
                  <a:schemeClr val="bg1"/>
                </a:solidFill>
                <a:latin typeface="Courier New"/>
                <a:cs typeface="Courier New"/>
              </a:rPr>
              <a:t>&lt;h1&gt;Hello</a:t>
            </a:r>
            <a:r>
              <a:rPr sz="1400" spc="-4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chemeClr val="bg1"/>
                </a:solidFill>
                <a:latin typeface="Courier New"/>
                <a:cs typeface="Courier New"/>
              </a:rPr>
              <a:t>World&lt;/h1&gt;</a:t>
            </a:r>
            <a:endParaRPr sz="14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226060">
              <a:lnSpc>
                <a:spcPts val="1585"/>
              </a:lnSpc>
            </a:pPr>
            <a:r>
              <a:rPr sz="1400" spc="-10" dirty="0">
                <a:solidFill>
                  <a:schemeClr val="bg1"/>
                </a:solidFill>
                <a:latin typeface="Courier New"/>
                <a:cs typeface="Courier New"/>
              </a:rPr>
              <a:t>&lt;/body&gt;</a:t>
            </a:r>
            <a:endParaRPr sz="14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12700">
              <a:lnSpc>
                <a:spcPts val="1635"/>
              </a:lnSpc>
            </a:pPr>
            <a:r>
              <a:rPr sz="1400" spc="-10" dirty="0">
                <a:solidFill>
                  <a:schemeClr val="bg1"/>
                </a:solidFill>
                <a:latin typeface="Courier New"/>
                <a:cs typeface="Courier New"/>
              </a:rPr>
              <a:t>&lt;/html&gt;</a:t>
            </a:r>
            <a:endParaRPr sz="1400" dirty="0">
              <a:solidFill>
                <a:schemeClr val="bg1"/>
              </a:solidFill>
              <a:latin typeface="Courier New"/>
              <a:cs typeface="Courier New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alphaModFix amt="85000"/>
          </a:blip>
          <a:stretch>
            <a:fillRect/>
          </a:stretch>
        </p:blipFill>
        <p:spPr>
          <a:xfrm>
            <a:off x="0" y="-1"/>
            <a:ext cx="13444538" cy="1238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6F72EFD-AA9A-FDDA-6EC9-C3C5298D4DE1}"/>
              </a:ext>
            </a:extLst>
          </p:cNvPr>
          <p:cNvSpPr txBox="1"/>
          <p:nvPr/>
        </p:nvSpPr>
        <p:spPr>
          <a:xfrm>
            <a:off x="1756569" y="3783716"/>
            <a:ext cx="7500556" cy="1390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8450" indent="-285750">
              <a:spcBef>
                <a:spcPts val="825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Arial MT"/>
                <a:cs typeface="Arial MT"/>
              </a:rPr>
              <a:t>&lt;!DOCTYPE</a:t>
            </a:r>
            <a:r>
              <a:rPr lang="en-US" sz="1600" spc="-20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html&gt;</a:t>
            </a:r>
            <a:r>
              <a:rPr lang="en-US" sz="1600" spc="-20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tells</a:t>
            </a:r>
            <a:r>
              <a:rPr lang="en-US" sz="1600" spc="-20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the</a:t>
            </a:r>
            <a:r>
              <a:rPr lang="en-US" sz="1600" spc="-15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browser</a:t>
            </a:r>
            <a:r>
              <a:rPr lang="en-US" sz="1600" spc="-20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this</a:t>
            </a:r>
            <a:r>
              <a:rPr lang="en-US" sz="1600" spc="-20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is</a:t>
            </a:r>
            <a:r>
              <a:rPr lang="en-US" sz="1600" spc="-15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an</a:t>
            </a:r>
            <a:r>
              <a:rPr lang="en-US" sz="1600" spc="-20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HTML5</a:t>
            </a:r>
            <a:r>
              <a:rPr lang="en-US" sz="1600" spc="-20" dirty="0">
                <a:latin typeface="Arial MT"/>
                <a:cs typeface="Arial MT"/>
              </a:rPr>
              <a:t> </a:t>
            </a:r>
            <a:r>
              <a:rPr lang="en-US" sz="1600" spc="-10" dirty="0">
                <a:latin typeface="Arial MT"/>
                <a:cs typeface="Arial MT"/>
              </a:rPr>
              <a:t>document.</a:t>
            </a:r>
            <a:endParaRPr lang="en-US" sz="1600" dirty="0">
              <a:latin typeface="Arial MT"/>
              <a:cs typeface="Arial MT"/>
            </a:endParaRPr>
          </a:p>
          <a:p>
            <a:pPr marL="298450" indent="-285750">
              <a:spcBef>
                <a:spcPts val="72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Arial MT"/>
                <a:cs typeface="Arial MT"/>
              </a:rPr>
              <a:t>&lt;head&gt;</a:t>
            </a:r>
            <a:r>
              <a:rPr lang="en-US" sz="1600" spc="-30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contains</a:t>
            </a:r>
            <a:r>
              <a:rPr lang="en-US" sz="1600" spc="-25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metadata,</a:t>
            </a:r>
            <a:r>
              <a:rPr lang="en-US" sz="1600" spc="-25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styles,</a:t>
            </a:r>
            <a:r>
              <a:rPr lang="en-US" sz="1600" spc="-25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and</a:t>
            </a:r>
            <a:r>
              <a:rPr lang="en-US" sz="1600" spc="-25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scripts</a:t>
            </a:r>
            <a:r>
              <a:rPr lang="en-US" sz="1600" spc="-25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(not</a:t>
            </a:r>
            <a:r>
              <a:rPr lang="en-US" sz="1600" spc="-25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visible</a:t>
            </a:r>
            <a:r>
              <a:rPr lang="en-US" sz="1600" spc="-25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on</a:t>
            </a:r>
            <a:r>
              <a:rPr lang="en-US" sz="1600" spc="-25" dirty="0">
                <a:latin typeface="Arial MT"/>
                <a:cs typeface="Arial MT"/>
              </a:rPr>
              <a:t> </a:t>
            </a:r>
            <a:r>
              <a:rPr lang="en-US" sz="1600" spc="-10" dirty="0">
                <a:latin typeface="Arial MT"/>
                <a:cs typeface="Arial MT"/>
              </a:rPr>
              <a:t>page).</a:t>
            </a:r>
            <a:endParaRPr lang="en-US" sz="1600" dirty="0">
              <a:latin typeface="Arial MT"/>
              <a:cs typeface="Arial MT"/>
            </a:endParaRPr>
          </a:p>
          <a:p>
            <a:pPr marL="298450" indent="-285750">
              <a:spcBef>
                <a:spcPts val="725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Arial MT"/>
                <a:cs typeface="Arial MT"/>
              </a:rPr>
              <a:t>&lt;body&gt;</a:t>
            </a:r>
            <a:r>
              <a:rPr lang="en-US" sz="1600" spc="-30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contains</a:t>
            </a:r>
            <a:r>
              <a:rPr lang="en-US" sz="1600" spc="-30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all</a:t>
            </a:r>
            <a:r>
              <a:rPr lang="en-US" sz="1600" spc="-30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visible</a:t>
            </a:r>
            <a:r>
              <a:rPr lang="en-US" sz="1600" spc="-25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content</a:t>
            </a:r>
            <a:r>
              <a:rPr lang="en-US" sz="1600" spc="-30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displayed</a:t>
            </a:r>
            <a:r>
              <a:rPr lang="en-US" sz="1600" spc="-30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in</a:t>
            </a:r>
            <a:r>
              <a:rPr lang="en-US" sz="1600" spc="-25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the</a:t>
            </a:r>
            <a:r>
              <a:rPr lang="en-US" sz="1600" spc="-30" dirty="0">
                <a:latin typeface="Arial MT"/>
                <a:cs typeface="Arial MT"/>
              </a:rPr>
              <a:t> </a:t>
            </a:r>
            <a:r>
              <a:rPr lang="en-US" sz="1600" spc="-10" dirty="0">
                <a:latin typeface="Arial MT"/>
                <a:cs typeface="Arial MT"/>
              </a:rPr>
              <a:t>browser.</a:t>
            </a:r>
            <a:endParaRPr lang="en-US" sz="1600" dirty="0">
              <a:latin typeface="Arial MT"/>
              <a:cs typeface="Arial MT"/>
            </a:endParaRPr>
          </a:p>
          <a:p>
            <a:pPr marL="264160">
              <a:spcBef>
                <a:spcPts val="760"/>
              </a:spcBef>
            </a:pP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0740" y="830201"/>
            <a:ext cx="9223058" cy="60670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What is CSS?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10870776" y="7118411"/>
            <a:ext cx="3025021" cy="185115"/>
          </a:xfrm>
          <a:prstGeom prst="rect">
            <a:avLst/>
          </a:prstGeom>
        </p:spPr>
        <p:txBody>
          <a:bodyPr vert="horz" wrap="square" lIns="0" tIns="22860" rIns="0" bIns="0" rtlCol="0" anchor="ctr">
            <a:spAutoFit/>
          </a:bodyPr>
          <a:lstStyle/>
          <a:p>
            <a:pPr marL="12700">
              <a:spcBef>
                <a:spcPts val="180"/>
              </a:spcBef>
            </a:pPr>
            <a:fld id="{81D60167-4931-47E6-BA6A-407CBD079E47}" type="slidenum">
              <a:rPr spc="-25" dirty="0"/>
              <a:pPr marL="12700">
                <a:spcBef>
                  <a:spcPts val="180"/>
                </a:spcBef>
              </a:pPr>
              <a:t>5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1743869" y="1708555"/>
            <a:ext cx="6959600" cy="35984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Cascading Style Sheets</a:t>
            </a:r>
          </a:p>
          <a:p>
            <a:pPr marL="393065" indent="-128905">
              <a:spcBef>
                <a:spcPts val="1839"/>
              </a:spcBef>
              <a:buChar char="•"/>
              <a:tabLst>
                <a:tab pos="393065" algn="l"/>
              </a:tabLst>
            </a:pPr>
            <a:r>
              <a:rPr sz="16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style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pages.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3065" indent="-128905">
              <a:spcBef>
                <a:spcPts val="1765"/>
              </a:spcBef>
              <a:buChar char="•"/>
              <a:tabLst>
                <a:tab pos="393065" algn="l"/>
              </a:tabLst>
            </a:pPr>
            <a:r>
              <a:rPr sz="16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</a:t>
            </a:r>
            <a:r>
              <a:rPr sz="16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colors,</a:t>
            </a:r>
            <a:r>
              <a:rPr sz="16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fonts,</a:t>
            </a:r>
            <a:r>
              <a:rPr sz="16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spacing,</a:t>
            </a:r>
            <a:r>
              <a:rPr sz="16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positioning.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3065" indent="-128905">
              <a:spcBef>
                <a:spcPts val="1765"/>
              </a:spcBef>
              <a:buChar char="•"/>
              <a:tabLst>
                <a:tab pos="393065" algn="l"/>
              </a:tabLst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6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</a:t>
            </a:r>
            <a:r>
              <a:rPr sz="16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clothing</a:t>
            </a:r>
            <a:r>
              <a:rPr sz="16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6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website.</a:t>
            </a:r>
            <a:endParaRPr lang="en-US" sz="16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3065" indent="-128905">
              <a:spcBef>
                <a:spcPts val="1765"/>
              </a:spcBef>
              <a:buFontTx/>
              <a:buChar char="•"/>
              <a:tabLst>
                <a:tab pos="393065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inline,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(&lt;style&gt;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tag),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(.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file). </a:t>
            </a:r>
          </a:p>
          <a:p>
            <a:pPr marL="393065" indent="-128905">
              <a:spcBef>
                <a:spcPts val="1765"/>
              </a:spcBef>
              <a:buFontTx/>
              <a:buChar char="•"/>
              <a:tabLst>
                <a:tab pos="393065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Selectors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(by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tag,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class,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ID,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attribute). </a:t>
            </a:r>
          </a:p>
          <a:p>
            <a:pPr marL="393065" indent="-128905">
              <a:spcBef>
                <a:spcPts val="1765"/>
              </a:spcBef>
              <a:buFontTx/>
              <a:buChar char="•"/>
              <a:tabLst>
                <a:tab pos="393065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cascade</a:t>
            </a:r>
            <a:r>
              <a:rPr lang="en-US"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determines</a:t>
            </a:r>
            <a:r>
              <a:rPr lang="en-US"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lang="en-US"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styles</a:t>
            </a:r>
            <a:r>
              <a:rPr lang="en-US"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</a:t>
            </a:r>
            <a:r>
              <a:rPr lang="en-US"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3065" indent="-128905">
              <a:spcBef>
                <a:spcPts val="1765"/>
              </a:spcBef>
              <a:buChar char="•"/>
              <a:tabLst>
                <a:tab pos="393065" algn="l"/>
              </a:tabLst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DA265671-1813-A093-94D7-12AFE38FC0C4}"/>
              </a:ext>
            </a:extLst>
          </p:cNvPr>
          <p:cNvPicPr/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alphaModFix amt="85000"/>
          </a:blip>
          <a:stretch>
            <a:fillRect/>
          </a:stretch>
        </p:blipFill>
        <p:spPr>
          <a:xfrm>
            <a:off x="0" y="0"/>
            <a:ext cx="13444538" cy="1238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21669" y="657026"/>
            <a:ext cx="6781800" cy="75950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The CSS Box Model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10870776" y="7118411"/>
            <a:ext cx="3025021" cy="185115"/>
          </a:xfrm>
          <a:prstGeom prst="rect">
            <a:avLst/>
          </a:prstGeom>
        </p:spPr>
        <p:txBody>
          <a:bodyPr vert="horz" wrap="square" lIns="0" tIns="22860" rIns="0" bIns="0" rtlCol="0" anchor="ctr">
            <a:spAutoFit/>
          </a:bodyPr>
          <a:lstStyle/>
          <a:p>
            <a:pPr marL="12700">
              <a:spcBef>
                <a:spcPts val="180"/>
              </a:spcBef>
            </a:pPr>
            <a:fld id="{81D60167-4931-47E6-BA6A-407CBD079E47}" type="slidenum">
              <a:rPr spc="-25" dirty="0"/>
              <a:pPr marL="12700">
                <a:spcBef>
                  <a:spcPts val="180"/>
                </a:spcBef>
              </a:pPr>
              <a:t>6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1743869" y="1708554"/>
            <a:ext cx="9855200" cy="43216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rectangular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box: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3065" indent="-128905">
              <a:spcBef>
                <a:spcPts val="1839"/>
              </a:spcBef>
              <a:buFont typeface="Tahoma"/>
              <a:buChar char="•"/>
              <a:tabLst>
                <a:tab pos="393065" algn="l"/>
              </a:tabLst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r>
              <a:rPr sz="16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6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r>
              <a:rPr sz="16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16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3065" indent="-128905">
              <a:spcBef>
                <a:spcPts val="1765"/>
              </a:spcBef>
              <a:buFont typeface="Tahoma"/>
              <a:buChar char="•"/>
              <a:tabLst>
                <a:tab pos="393065" algn="l"/>
              </a:tabLst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Padding</a:t>
            </a:r>
            <a:r>
              <a:rPr sz="16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</a:t>
            </a:r>
            <a:r>
              <a:rPr sz="16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around</a:t>
            </a:r>
            <a:r>
              <a:rPr sz="16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3065" indent="-128905">
              <a:spcBef>
                <a:spcPts val="1765"/>
              </a:spcBef>
              <a:buFont typeface="Tahoma"/>
              <a:buChar char="•"/>
              <a:tabLst>
                <a:tab pos="393065" algn="l"/>
              </a:tabLst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Border</a:t>
            </a:r>
            <a:r>
              <a:rPr sz="16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6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</a:t>
            </a:r>
            <a:r>
              <a:rPr sz="16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surrounding</a:t>
            </a:r>
            <a:r>
              <a:rPr sz="16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6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padding.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3065" indent="-128905">
              <a:spcBef>
                <a:spcPts val="1765"/>
              </a:spcBef>
              <a:buFont typeface="Tahoma"/>
              <a:buChar char="•"/>
              <a:tabLst>
                <a:tab pos="393065" algn="l"/>
              </a:tabLst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Margin</a:t>
            </a:r>
            <a:r>
              <a:rPr sz="16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6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</a:t>
            </a:r>
            <a:r>
              <a:rPr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outside</a:t>
            </a:r>
            <a:r>
              <a:rPr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border.</a:t>
            </a:r>
            <a:endParaRPr lang="en-US" sz="16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64260" lvl="1" indent="-342900">
              <a:spcBef>
                <a:spcPts val="1765"/>
              </a:spcBef>
              <a:buFont typeface="+mj-lt"/>
              <a:buAutoNum type="arabicPeriod"/>
              <a:tabLst>
                <a:tab pos="393065" algn="l"/>
              </a:tabLst>
            </a:pP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box-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sizing: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border-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padding/border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element's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width.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height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default.</a:t>
            </a:r>
          </a:p>
          <a:p>
            <a:pPr marL="1064260" lvl="1" indent="-342900">
              <a:spcBef>
                <a:spcPts val="1765"/>
              </a:spcBef>
              <a:buFont typeface="+mj-lt"/>
              <a:buAutoNum type="arabicPeriod"/>
              <a:tabLst>
                <a:tab pos="393065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</a:t>
            </a:r>
            <a:r>
              <a:rPr lang="en-US"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margins</a:t>
            </a:r>
            <a:r>
              <a:rPr lang="en-US"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overlap</a:t>
            </a:r>
            <a:r>
              <a:rPr lang="en-US"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elements.</a:t>
            </a:r>
          </a:p>
          <a:p>
            <a:pPr marL="1064260" lvl="1" indent="-342900">
              <a:spcBef>
                <a:spcPts val="1765"/>
              </a:spcBef>
              <a:buFont typeface="+mj-lt"/>
              <a:buAutoNum type="arabicPeriod"/>
              <a:tabLst>
                <a:tab pos="393065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border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lang="en-US"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</a:t>
            </a:r>
            <a:r>
              <a:rPr lang="en-US"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affect</a:t>
            </a:r>
            <a:r>
              <a:rPr lang="en-US"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layout.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3065" indent="-128905">
              <a:spcBef>
                <a:spcPts val="1765"/>
              </a:spcBef>
              <a:buFont typeface="Tahoma"/>
              <a:buChar char="•"/>
              <a:tabLst>
                <a:tab pos="393065" algn="l"/>
              </a:tabLst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object 3">
            <a:extLst>
              <a:ext uri="{FF2B5EF4-FFF2-40B4-BE49-F238E27FC236}">
                <a16:creationId xmlns:a16="http://schemas.microsoft.com/office/drawing/2014/main" id="{83C1FFFE-CA31-4AAA-D647-D02AD72FD57C}"/>
              </a:ext>
            </a:extLst>
          </p:cNvPr>
          <p:cNvPicPr/>
          <p:nvPr/>
        </p:nvPicPr>
        <p:blipFill>
          <a:blip r:embed="rId3" cstate="print">
            <a:duotone>
              <a:prstClr val="black"/>
              <a:schemeClr val="accent6">
                <a:tint val="45000"/>
                <a:satMod val="400000"/>
              </a:schemeClr>
            </a:duotone>
            <a:alphaModFix amt="85000"/>
          </a:blip>
          <a:stretch>
            <a:fillRect/>
          </a:stretch>
        </p:blipFill>
        <p:spPr>
          <a:xfrm>
            <a:off x="0" y="0"/>
            <a:ext cx="13444538" cy="1238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0740" y="830201"/>
            <a:ext cx="9223058" cy="60670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What is JavaScript?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10870776" y="7118411"/>
            <a:ext cx="3025021" cy="185115"/>
          </a:xfrm>
          <a:prstGeom prst="rect">
            <a:avLst/>
          </a:prstGeom>
        </p:spPr>
        <p:txBody>
          <a:bodyPr vert="horz" wrap="square" lIns="0" tIns="22860" rIns="0" bIns="0" rtlCol="0" anchor="ctr">
            <a:spAutoFit/>
          </a:bodyPr>
          <a:lstStyle/>
          <a:p>
            <a:pPr marL="12700">
              <a:spcBef>
                <a:spcPts val="180"/>
              </a:spcBef>
            </a:pPr>
            <a:fld id="{81D60167-4931-47E6-BA6A-407CBD079E47}" type="slidenum">
              <a:rPr spc="-25" dirty="0"/>
              <a:pPr marL="12700">
                <a:spcBef>
                  <a:spcPts val="180"/>
                </a:spcBef>
              </a:pPr>
              <a:t>7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1743869" y="1708555"/>
            <a:ext cx="9589929" cy="47032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Language of the Web</a:t>
            </a:r>
          </a:p>
          <a:p>
            <a:pPr marL="393065" indent="-128905">
              <a:lnSpc>
                <a:spcPct val="150000"/>
              </a:lnSpc>
              <a:spcBef>
                <a:spcPts val="1839"/>
              </a:spcBef>
              <a:buChar char="•"/>
              <a:tabLst>
                <a:tab pos="393065" algn="l"/>
              </a:tabLst>
            </a:pPr>
            <a:r>
              <a:rPr sz="16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level,</a:t>
            </a:r>
            <a:r>
              <a:rPr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interpreted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3065" indent="-128905">
              <a:lnSpc>
                <a:spcPct val="150000"/>
              </a:lnSpc>
              <a:spcBef>
                <a:spcPts val="1765"/>
              </a:spcBef>
              <a:buChar char="•"/>
              <a:tabLst>
                <a:tab pos="393065" algn="l"/>
              </a:tabLst>
            </a:pPr>
            <a:r>
              <a:rPr sz="16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</a:t>
            </a:r>
            <a:r>
              <a:rPr sz="16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</a:t>
            </a:r>
            <a:r>
              <a:rPr sz="16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r>
              <a:rPr sz="16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16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sz="16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pages</a:t>
            </a:r>
            <a:r>
              <a:rPr sz="16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(interactivity).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3065" indent="-128905">
              <a:lnSpc>
                <a:spcPct val="150000"/>
              </a:lnSpc>
              <a:spcBef>
                <a:spcPts val="1765"/>
              </a:spcBef>
              <a:buChar char="•"/>
              <a:tabLst>
                <a:tab pos="393065" algn="l"/>
              </a:tabLst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6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brain</a:t>
            </a:r>
            <a:r>
              <a:rPr sz="16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nervous</a:t>
            </a:r>
            <a:r>
              <a:rPr sz="16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16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6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</a:t>
            </a:r>
            <a:endParaRPr lang="en-US" sz="16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64260" lvl="1" indent="-342900">
              <a:lnSpc>
                <a:spcPct val="150000"/>
              </a:lnSpc>
              <a:spcBef>
                <a:spcPts val="1765"/>
              </a:spcBef>
              <a:buFont typeface="+mj-lt"/>
              <a:buAutoNum type="arabicPeriod"/>
              <a:tabLst>
                <a:tab pos="393065" algn="l"/>
              </a:tabLst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</a:t>
            </a:r>
            <a:r>
              <a:rPr lang="en-IN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directly</a:t>
            </a:r>
            <a:r>
              <a:rPr lang="en-IN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IN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IN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</a:t>
            </a:r>
            <a:r>
              <a:rPr lang="en-IN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en-IN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IN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compilation</a:t>
            </a:r>
            <a:r>
              <a:rPr lang="en-IN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needed.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64260" lvl="1" indent="-342900">
              <a:lnSpc>
                <a:spcPct val="150000"/>
              </a:lnSpc>
              <a:spcBef>
                <a:spcPts val="1005"/>
              </a:spcBef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</a:t>
            </a:r>
            <a:r>
              <a:rPr lang="en-IN"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</a:t>
            </a:r>
            <a:r>
              <a:rPr lang="en-IN"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handling:</a:t>
            </a:r>
            <a:r>
              <a:rPr lang="en-IN"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click,</a:t>
            </a:r>
            <a:r>
              <a:rPr lang="en-IN"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hover,</a:t>
            </a:r>
            <a:r>
              <a:rPr lang="en-IN"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scroll,</a:t>
            </a:r>
            <a:r>
              <a:rPr lang="en-IN"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input,</a:t>
            </a:r>
            <a:r>
              <a:rPr lang="en-IN"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etc.</a:t>
            </a:r>
          </a:p>
          <a:p>
            <a:pPr marL="1064260" lvl="1" indent="-342900">
              <a:lnSpc>
                <a:spcPct val="150000"/>
              </a:lnSpc>
              <a:spcBef>
                <a:spcPts val="1005"/>
              </a:spcBef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IN"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manipulate</a:t>
            </a:r>
            <a:r>
              <a:rPr lang="en-IN"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IN"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</a:t>
            </a:r>
            <a:r>
              <a:rPr lang="en-IN"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(Document</a:t>
            </a:r>
            <a:r>
              <a:rPr lang="en-IN"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lang="en-IN"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Model)</a:t>
            </a:r>
            <a:r>
              <a:rPr lang="en-IN"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dynamically.</a:t>
            </a:r>
            <a:r>
              <a:rPr lang="en-IN" sz="1600" spc="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ES6+</a:t>
            </a:r>
            <a:r>
              <a:rPr lang="en-IN" sz="1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introduced</a:t>
            </a:r>
            <a:r>
              <a:rPr lang="en-IN" sz="1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arrow</a:t>
            </a:r>
            <a:r>
              <a:rPr lang="en-IN"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functions,</a:t>
            </a:r>
            <a:r>
              <a:rPr lang="en-IN" sz="1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promises,</a:t>
            </a:r>
            <a:r>
              <a:rPr lang="en-IN" sz="1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async/await,</a:t>
            </a:r>
            <a:r>
              <a:rPr lang="en-IN"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IN" sz="1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modules.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</a:t>
            </a:r>
            <a:r>
              <a:rPr lang="en-IN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lang="en-IN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IN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IN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r>
              <a:rPr lang="en-IN"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side</a:t>
            </a:r>
            <a:r>
              <a:rPr lang="en-IN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via</a:t>
            </a:r>
            <a:r>
              <a:rPr lang="en-IN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3065" indent="-128905">
              <a:lnSpc>
                <a:spcPct val="150000"/>
              </a:lnSpc>
              <a:spcBef>
                <a:spcPts val="1765"/>
              </a:spcBef>
              <a:buChar char="•"/>
              <a:tabLst>
                <a:tab pos="393065" algn="l"/>
              </a:tabLst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object 3">
            <a:extLst>
              <a:ext uri="{FF2B5EF4-FFF2-40B4-BE49-F238E27FC236}">
                <a16:creationId xmlns:a16="http://schemas.microsoft.com/office/drawing/2014/main" id="{4405C1FA-D5A5-1F18-A2CB-789FCD2F0919}"/>
              </a:ext>
            </a:extLst>
          </p:cNvPr>
          <p:cNvPicPr/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alphaModFix amt="85000"/>
          </a:blip>
          <a:stretch>
            <a:fillRect/>
          </a:stretch>
        </p:blipFill>
        <p:spPr>
          <a:xfrm>
            <a:off x="0" y="0"/>
            <a:ext cx="13444538" cy="1238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 spd="slow">
    <p:wheel spokes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18139" y="1881730"/>
            <a:ext cx="9930130" cy="1311910"/>
            <a:chOff x="381000" y="1683056"/>
            <a:chExt cx="9930130" cy="1311910"/>
          </a:xfrm>
        </p:grpSpPr>
        <p:sp>
          <p:nvSpPr>
            <p:cNvPr id="3" name="object 3"/>
            <p:cNvSpPr/>
            <p:nvPr/>
          </p:nvSpPr>
          <p:spPr>
            <a:xfrm>
              <a:off x="381000" y="1683056"/>
              <a:ext cx="9930130" cy="1311910"/>
            </a:xfrm>
            <a:custGeom>
              <a:avLst/>
              <a:gdLst/>
              <a:ahLst/>
              <a:cxnLst/>
              <a:rect l="l" t="t" r="r" b="b"/>
              <a:pathLst>
                <a:path w="9930130" h="1311910">
                  <a:moveTo>
                    <a:pt x="9853800" y="1311901"/>
                  </a:moveTo>
                  <a:lnTo>
                    <a:pt x="76200" y="1311901"/>
                  </a:lnTo>
                  <a:lnTo>
                    <a:pt x="46612" y="1305888"/>
                  </a:lnTo>
                  <a:lnTo>
                    <a:pt x="22383" y="1289517"/>
                  </a:lnTo>
                  <a:lnTo>
                    <a:pt x="6012" y="1265288"/>
                  </a:lnTo>
                  <a:lnTo>
                    <a:pt x="0" y="1235701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853800" y="0"/>
                  </a:lnTo>
                  <a:lnTo>
                    <a:pt x="9883387" y="6012"/>
                  </a:lnTo>
                  <a:lnTo>
                    <a:pt x="9907616" y="22383"/>
                  </a:lnTo>
                  <a:lnTo>
                    <a:pt x="9923987" y="46612"/>
                  </a:lnTo>
                  <a:lnTo>
                    <a:pt x="9930000" y="76200"/>
                  </a:lnTo>
                  <a:lnTo>
                    <a:pt x="9930000" y="1235701"/>
                  </a:lnTo>
                  <a:lnTo>
                    <a:pt x="9923987" y="1265288"/>
                  </a:lnTo>
                  <a:lnTo>
                    <a:pt x="9907616" y="1289517"/>
                  </a:lnTo>
                  <a:lnTo>
                    <a:pt x="9883387" y="1305888"/>
                  </a:lnTo>
                  <a:lnTo>
                    <a:pt x="9853800" y="1311901"/>
                  </a:lnTo>
                  <a:close/>
                </a:path>
              </a:pathLst>
            </a:custGeom>
            <a:solidFill>
              <a:srgbClr val="1621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1000" y="1683057"/>
              <a:ext cx="9930130" cy="1311910"/>
            </a:xfrm>
            <a:custGeom>
              <a:avLst/>
              <a:gdLst/>
              <a:ahLst/>
              <a:cxnLst/>
              <a:rect l="l" t="t" r="r" b="b"/>
              <a:pathLst>
                <a:path w="9930130" h="1311910">
                  <a:moveTo>
                    <a:pt x="9853800" y="1311901"/>
                  </a:moveTo>
                  <a:lnTo>
                    <a:pt x="76200" y="1311901"/>
                  </a:lnTo>
                  <a:lnTo>
                    <a:pt x="46612" y="1305888"/>
                  </a:lnTo>
                  <a:lnTo>
                    <a:pt x="22383" y="1289517"/>
                  </a:lnTo>
                  <a:lnTo>
                    <a:pt x="6012" y="1265288"/>
                  </a:lnTo>
                  <a:lnTo>
                    <a:pt x="0" y="1235701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853800" y="0"/>
                  </a:lnTo>
                  <a:lnTo>
                    <a:pt x="9883387" y="6012"/>
                  </a:lnTo>
                  <a:lnTo>
                    <a:pt x="9888585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1235701"/>
                  </a:lnTo>
                  <a:lnTo>
                    <a:pt x="14786" y="1261590"/>
                  </a:lnTo>
                  <a:lnTo>
                    <a:pt x="29110" y="1282790"/>
                  </a:lnTo>
                  <a:lnTo>
                    <a:pt x="50311" y="1297115"/>
                  </a:lnTo>
                  <a:lnTo>
                    <a:pt x="76200" y="1302376"/>
                  </a:lnTo>
                  <a:lnTo>
                    <a:pt x="9888585" y="1302376"/>
                  </a:lnTo>
                  <a:lnTo>
                    <a:pt x="9883387" y="1305888"/>
                  </a:lnTo>
                  <a:lnTo>
                    <a:pt x="9853800" y="1311901"/>
                  </a:lnTo>
                  <a:close/>
                </a:path>
                <a:path w="9930130" h="1311910">
                  <a:moveTo>
                    <a:pt x="9888585" y="1302376"/>
                  </a:moveTo>
                  <a:lnTo>
                    <a:pt x="9853800" y="1302376"/>
                  </a:lnTo>
                  <a:lnTo>
                    <a:pt x="9879688" y="1297115"/>
                  </a:lnTo>
                  <a:lnTo>
                    <a:pt x="9900889" y="1282790"/>
                  </a:lnTo>
                  <a:lnTo>
                    <a:pt x="9915214" y="1261590"/>
                  </a:lnTo>
                  <a:lnTo>
                    <a:pt x="9920475" y="1235701"/>
                  </a:lnTo>
                  <a:lnTo>
                    <a:pt x="9920475" y="76200"/>
                  </a:lnTo>
                  <a:lnTo>
                    <a:pt x="9915214" y="50311"/>
                  </a:lnTo>
                  <a:lnTo>
                    <a:pt x="9900889" y="29110"/>
                  </a:lnTo>
                  <a:lnTo>
                    <a:pt x="9879688" y="14786"/>
                  </a:lnTo>
                  <a:lnTo>
                    <a:pt x="9853800" y="9525"/>
                  </a:lnTo>
                  <a:lnTo>
                    <a:pt x="9888585" y="9525"/>
                  </a:lnTo>
                  <a:lnTo>
                    <a:pt x="9907616" y="22383"/>
                  </a:lnTo>
                  <a:lnTo>
                    <a:pt x="9923987" y="46612"/>
                  </a:lnTo>
                  <a:lnTo>
                    <a:pt x="9930000" y="76200"/>
                  </a:lnTo>
                  <a:lnTo>
                    <a:pt x="9930000" y="1235701"/>
                  </a:lnTo>
                  <a:lnTo>
                    <a:pt x="9923987" y="1265288"/>
                  </a:lnTo>
                  <a:lnTo>
                    <a:pt x="9907616" y="1289517"/>
                  </a:lnTo>
                  <a:lnTo>
                    <a:pt x="9888585" y="1302376"/>
                  </a:lnTo>
                  <a:close/>
                </a:path>
              </a:pathLst>
            </a:custGeom>
            <a:solidFill>
              <a:srgbClr val="4DCC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110740" y="830201"/>
            <a:ext cx="9223058" cy="60670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JavaScript Basics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xfrm>
            <a:off x="10870776" y="7118411"/>
            <a:ext cx="3025021" cy="185115"/>
          </a:xfrm>
          <a:prstGeom prst="rect">
            <a:avLst/>
          </a:prstGeom>
        </p:spPr>
        <p:txBody>
          <a:bodyPr vert="horz" wrap="square" lIns="0" tIns="22860" rIns="0" bIns="0" rtlCol="0" anchor="ctr">
            <a:spAutoFit/>
          </a:bodyPr>
          <a:lstStyle/>
          <a:p>
            <a:pPr marL="12700">
              <a:spcBef>
                <a:spcPts val="180"/>
              </a:spcBef>
            </a:pPr>
            <a:fld id="{81D60167-4931-47E6-BA6A-407CBD079E47}" type="slidenum">
              <a:rPr spc="-25" dirty="0"/>
              <a:pPr marL="12700">
                <a:spcBef>
                  <a:spcPts val="180"/>
                </a:spcBef>
              </a:pPr>
              <a:t>8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1896269" y="2015398"/>
            <a:ext cx="2372360" cy="104457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>
              <a:lnSpc>
                <a:spcPts val="1590"/>
              </a:lnSpc>
              <a:spcBef>
                <a:spcPts val="225"/>
              </a:spcBef>
            </a:pPr>
            <a:r>
              <a:rPr sz="1400" dirty="0">
                <a:solidFill>
                  <a:schemeClr val="bg1"/>
                </a:solidFill>
                <a:latin typeface="Courier New"/>
                <a:cs typeface="Courier New"/>
              </a:rPr>
              <a:t>let</a:t>
            </a:r>
            <a:r>
              <a:rPr sz="1400" spc="-2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bg1"/>
                </a:solidFill>
                <a:latin typeface="Courier New"/>
                <a:cs typeface="Courier New"/>
              </a:rPr>
              <a:t>message</a:t>
            </a:r>
            <a:r>
              <a:rPr sz="1400" spc="-2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bg1"/>
                </a:solidFill>
                <a:latin typeface="Courier New"/>
                <a:cs typeface="Courier New"/>
              </a:rPr>
              <a:t>=</a:t>
            </a:r>
            <a:r>
              <a:rPr sz="1400" spc="-1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chemeClr val="bg1"/>
                </a:solidFill>
                <a:latin typeface="Courier New"/>
                <a:cs typeface="Courier New"/>
              </a:rPr>
              <a:t>"Hello"; </a:t>
            </a:r>
            <a:r>
              <a:rPr sz="1400" dirty="0">
                <a:solidFill>
                  <a:schemeClr val="bg1"/>
                </a:solidFill>
                <a:latin typeface="Courier New"/>
                <a:cs typeface="Courier New"/>
              </a:rPr>
              <a:t>function</a:t>
            </a:r>
            <a:r>
              <a:rPr sz="1400" spc="-4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bg1"/>
                </a:solidFill>
                <a:latin typeface="Courier New"/>
                <a:cs typeface="Courier New"/>
              </a:rPr>
              <a:t>()</a:t>
            </a:r>
            <a:r>
              <a:rPr sz="1400" spc="-3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chemeClr val="bg1"/>
                </a:solidFill>
                <a:latin typeface="Courier New"/>
                <a:cs typeface="Courier New"/>
              </a:rPr>
              <a:t>{</a:t>
            </a:r>
            <a:endParaRPr sz="14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226060">
              <a:lnSpc>
                <a:spcPts val="1495"/>
              </a:lnSpc>
            </a:pPr>
            <a:r>
              <a:rPr sz="1400" spc="-10" dirty="0">
                <a:solidFill>
                  <a:schemeClr val="bg1"/>
                </a:solidFill>
                <a:latin typeface="Courier New"/>
                <a:cs typeface="Courier New"/>
              </a:rPr>
              <a:t>alert(message);</a:t>
            </a:r>
            <a:endParaRPr sz="14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12700">
              <a:lnSpc>
                <a:spcPts val="1585"/>
              </a:lnSpc>
            </a:pPr>
            <a:r>
              <a:rPr sz="1400" spc="-50" dirty="0">
                <a:solidFill>
                  <a:schemeClr val="bg1"/>
                </a:solidFill>
                <a:latin typeface="Courier New"/>
                <a:cs typeface="Courier New"/>
              </a:rPr>
              <a:t>}</a:t>
            </a:r>
            <a:endParaRPr sz="14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12700">
              <a:lnSpc>
                <a:spcPts val="1635"/>
              </a:lnSpc>
            </a:pPr>
            <a:r>
              <a:rPr lang="en-US" sz="1400" spc="-10" dirty="0">
                <a:solidFill>
                  <a:schemeClr val="bg1"/>
                </a:solidFill>
                <a:latin typeface="Courier New"/>
                <a:cs typeface="Courier New"/>
              </a:rPr>
              <a:t>function</a:t>
            </a:r>
            <a:r>
              <a:rPr sz="1400" spc="-10" dirty="0">
                <a:solidFill>
                  <a:schemeClr val="bg1"/>
                </a:solidFill>
                <a:latin typeface="Courier New"/>
                <a:cs typeface="Courier New"/>
              </a:rPr>
              <a:t>();</a:t>
            </a:r>
            <a:endParaRPr sz="1400" dirty="0">
              <a:solidFill>
                <a:schemeClr val="bg1"/>
              </a:solidFill>
              <a:latin typeface="Courier New"/>
              <a:cs typeface="Courier New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144D84-9E39-EE2F-4C01-741E0E99631D}"/>
              </a:ext>
            </a:extLst>
          </p:cNvPr>
          <p:cNvSpPr txBox="1"/>
          <p:nvPr/>
        </p:nvSpPr>
        <p:spPr>
          <a:xfrm>
            <a:off x="2110739" y="3552825"/>
            <a:ext cx="7811930" cy="149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is the primary language for adding interactivity to web pages.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developers to manipulate the Document Object Model (DOM) and handle user events.</a:t>
            </a:r>
          </a:p>
        </p:txBody>
      </p:sp>
      <p:pic>
        <p:nvPicPr>
          <p:cNvPr id="14" name="object 3">
            <a:extLst>
              <a:ext uri="{FF2B5EF4-FFF2-40B4-BE49-F238E27FC236}">
                <a16:creationId xmlns:a16="http://schemas.microsoft.com/office/drawing/2014/main" id="{BF1C9574-2B68-F428-7BE7-A5D427D02982}"/>
              </a:ext>
            </a:extLst>
          </p:cNvPr>
          <p:cNvPicPr/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alphaModFix amt="85000"/>
          </a:blip>
          <a:stretch>
            <a:fillRect/>
          </a:stretch>
        </p:blipFill>
        <p:spPr>
          <a:xfrm>
            <a:off x="0" y="0"/>
            <a:ext cx="13444538" cy="1238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0740" y="830201"/>
            <a:ext cx="9223058" cy="60670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Frontend Synergy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8927784" y="7118411"/>
            <a:ext cx="2406015" cy="185115"/>
          </a:xfrm>
          <a:prstGeom prst="rect">
            <a:avLst/>
          </a:prstGeom>
        </p:spPr>
        <p:txBody>
          <a:bodyPr vert="horz" wrap="square" lIns="0" tIns="22860" rIns="0" bIns="0" rtlCol="0" anchor="ctr">
            <a:spAutoFit/>
          </a:bodyPr>
          <a:lstStyle/>
          <a:p>
            <a:pPr marL="12700">
              <a:spcBef>
                <a:spcPts val="180"/>
              </a:spcBef>
            </a:pPr>
            <a:fld id="{81D60167-4931-47E6-BA6A-407CBD079E47}" type="slidenum">
              <a:rPr spc="-25" dirty="0">
                <a:solidFill>
                  <a:schemeClr val="tx1"/>
                </a:solidFill>
              </a:rPr>
              <a:pPr marL="12700">
                <a:spcBef>
                  <a:spcPts val="180"/>
                </a:spcBef>
              </a:pPr>
              <a:t>9</a:t>
            </a:fld>
            <a:endParaRPr spc="-25" dirty="0">
              <a:solidFill>
                <a:schemeClr val="tx1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43869" y="1708554"/>
            <a:ext cx="9589929" cy="54296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they work together:</a:t>
            </a:r>
          </a:p>
          <a:p>
            <a:pPr marL="393065" indent="-128905">
              <a:lnSpc>
                <a:spcPct val="150000"/>
              </a:lnSpc>
              <a:spcBef>
                <a:spcPts val="1839"/>
              </a:spcBef>
              <a:buFont typeface="Tahoma"/>
              <a:buChar char="•"/>
              <a:tabLst>
                <a:tab pos="393065" algn="l"/>
              </a:tabLst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HTML: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Adds content (button).</a:t>
            </a:r>
          </a:p>
          <a:p>
            <a:pPr marL="393065" indent="-128905">
              <a:lnSpc>
                <a:spcPct val="150000"/>
              </a:lnSpc>
              <a:spcBef>
                <a:spcPts val="1765"/>
              </a:spcBef>
              <a:buFont typeface="Tahoma"/>
              <a:buChar char="•"/>
              <a:tabLst>
                <a:tab pos="393065" algn="l"/>
              </a:tabLst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CSS: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it pretty (blue button).</a:t>
            </a:r>
          </a:p>
          <a:p>
            <a:pPr marL="393065" indent="-128905">
              <a:lnSpc>
                <a:spcPct val="150000"/>
              </a:lnSpc>
              <a:spcBef>
                <a:spcPts val="1765"/>
              </a:spcBef>
              <a:buFont typeface="Tahoma"/>
              <a:buChar char="•"/>
              <a:tabLst>
                <a:tab pos="393065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 :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it work (click to submit).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64260" lvl="1" indent="-342900">
              <a:lnSpc>
                <a:spcPct val="150000"/>
              </a:lnSpc>
              <a:spcBef>
                <a:spcPts val="1765"/>
              </a:spcBef>
              <a:buFont typeface="+mj-lt"/>
              <a:buAutoNum type="arabicPeriod"/>
              <a:tabLst>
                <a:tab pos="393065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Separation of concerns makes code easier to maintain.</a:t>
            </a:r>
          </a:p>
          <a:p>
            <a:pPr marL="1064260" lvl="1" indent="-342900">
              <a:lnSpc>
                <a:spcPct val="150000"/>
              </a:lnSpc>
              <a:spcBef>
                <a:spcPts val="1765"/>
              </a:spcBef>
              <a:buFont typeface="+mj-lt"/>
              <a:buAutoNum type="arabicPeriod"/>
              <a:tabLst>
                <a:tab pos="393065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Frameworks like React and Vue combine all three efficiently.</a:t>
            </a:r>
          </a:p>
          <a:p>
            <a:pPr marL="1064260" lvl="1" indent="-342900">
              <a:lnSpc>
                <a:spcPct val="150000"/>
              </a:lnSpc>
              <a:spcBef>
                <a:spcPts val="1765"/>
              </a:spcBef>
              <a:buFont typeface="+mj-lt"/>
              <a:buAutoNum type="arabicPeriod"/>
              <a:tabLst>
                <a:tab pos="393065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preprocessors extend CSS with variables and nesting. JavaScript frameworks manage state and component re-rendering.</a:t>
            </a:r>
          </a:p>
          <a:p>
            <a:pPr marL="1064260" lvl="1" indent="-342900">
              <a:lnSpc>
                <a:spcPct val="150000"/>
              </a:lnSpc>
              <a:spcBef>
                <a:spcPts val="1765"/>
              </a:spcBef>
              <a:buFont typeface="+mj-lt"/>
              <a:buAutoNum type="arabicPeriod"/>
              <a:tabLst>
                <a:tab pos="393065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tools like Webpack or Vite bundle and optimize frontend code.</a:t>
            </a:r>
          </a:p>
          <a:p>
            <a:pPr marL="393065" indent="-128905">
              <a:spcBef>
                <a:spcPts val="1765"/>
              </a:spcBef>
              <a:buFont typeface="Tahoma"/>
              <a:buChar char="•"/>
              <a:tabLst>
                <a:tab pos="393065" algn="l"/>
              </a:tabLst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3A8B38DA-FD0C-753C-323F-9A5C940740E9}"/>
              </a:ext>
            </a:extLst>
          </p:cNvPr>
          <p:cNvPicPr/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alphaModFix amt="85000"/>
          </a:blip>
          <a:stretch>
            <a:fillRect/>
          </a:stretch>
        </p:blipFill>
        <p:spPr>
          <a:xfrm>
            <a:off x="0" y="0"/>
            <a:ext cx="13444538" cy="1238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10570" y="749387"/>
            <a:ext cx="6388099" cy="75950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Introduction to Python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idx="1"/>
          </p:nvPr>
        </p:nvSpPr>
        <p:spPr>
          <a:xfrm>
            <a:off x="2110740" y="2013259"/>
            <a:ext cx="9223058" cy="43441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Powerful &amp; Simple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7060" indent="-342900">
              <a:lnSpc>
                <a:spcPct val="150000"/>
              </a:lnSpc>
              <a:spcBef>
                <a:spcPts val="1839"/>
              </a:spcBef>
              <a:buFont typeface="+mj-lt"/>
              <a:buAutoNum type="arabicPeriod"/>
              <a:tabLst>
                <a:tab pos="393065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Known for its clear syntax and readability.</a:t>
            </a:r>
          </a:p>
          <a:p>
            <a:pPr marL="607060" indent="-342900">
              <a:lnSpc>
                <a:spcPct val="150000"/>
              </a:lnSpc>
              <a:spcBef>
                <a:spcPts val="1765"/>
              </a:spcBef>
              <a:buFont typeface="+mj-lt"/>
              <a:buAutoNum type="arabicPeriod"/>
              <a:tabLst>
                <a:tab pos="393065" algn="l"/>
              </a:tabLst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web development, data science, and AI.</a:t>
            </a:r>
          </a:p>
          <a:p>
            <a:pPr marL="607060" indent="-342900">
              <a:lnSpc>
                <a:spcPct val="150000"/>
              </a:lnSpc>
              <a:spcBef>
                <a:spcPts val="1765"/>
              </a:spcBef>
              <a:buFont typeface="+mj-lt"/>
              <a:buAutoNum type="arabicPeriod"/>
              <a:tabLst>
                <a:tab pos="393065" algn="l"/>
              </a:tabLst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"batteries-included" language.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4160" marR="152400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uses indentation instead of curly braces for code blocks. Dynamically typed — no need to declare variable types.</a:t>
            </a:r>
          </a:p>
          <a:p>
            <a:pPr marL="264160">
              <a:lnSpc>
                <a:spcPct val="150000"/>
              </a:lnSpc>
              <a:spcBef>
                <a:spcPts val="1010"/>
              </a:spcBef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multiple paradigms: OOP, functional, procedural.</a:t>
            </a:r>
          </a:p>
          <a:p>
            <a:pPr marL="264160" marR="5080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standard library covers file I/O, networking, math, and more. Python 3.x is the current standard; Python 2 is deprecated.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10870776" y="7118411"/>
            <a:ext cx="3025021" cy="185115"/>
          </a:xfrm>
          <a:prstGeom prst="rect">
            <a:avLst/>
          </a:prstGeom>
        </p:spPr>
        <p:txBody>
          <a:bodyPr vert="horz" wrap="square" lIns="0" tIns="22860" rIns="0" bIns="0" rtlCol="0" anchor="ctr">
            <a:spAutoFit/>
          </a:bodyPr>
          <a:lstStyle/>
          <a:p>
            <a:pPr marL="12700">
              <a:spcBef>
                <a:spcPts val="180"/>
              </a:spcBef>
            </a:pPr>
            <a:fld id="{81D60167-4931-47E6-BA6A-407CBD079E47}" type="slidenum">
              <a:rPr spc="-25" dirty="0"/>
              <a:pPr marL="12700">
                <a:spcBef>
                  <a:spcPts val="180"/>
                </a:spcBef>
              </a:pPr>
              <a:t>10</a:t>
            </a:fld>
            <a:endParaRPr spc="-25" dirty="0"/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046C5144-A250-ADB7-90E4-4AF367777627}"/>
              </a:ext>
            </a:extLst>
          </p:cNvPr>
          <p:cNvPicPr/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alphaModFix amt="85000"/>
          </a:blip>
          <a:stretch>
            <a:fillRect/>
          </a:stretch>
        </p:blipFill>
        <p:spPr>
          <a:xfrm>
            <a:off x="0" y="0"/>
            <a:ext cx="13444538" cy="1238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56503" y="1990072"/>
            <a:ext cx="9930130" cy="1110615"/>
            <a:chOff x="381000" y="1683056"/>
            <a:chExt cx="9930130" cy="1110615"/>
          </a:xfrm>
        </p:grpSpPr>
        <p:sp>
          <p:nvSpPr>
            <p:cNvPr id="3" name="object 3"/>
            <p:cNvSpPr/>
            <p:nvPr/>
          </p:nvSpPr>
          <p:spPr>
            <a:xfrm>
              <a:off x="381000" y="1683056"/>
              <a:ext cx="9930130" cy="1110615"/>
            </a:xfrm>
            <a:custGeom>
              <a:avLst/>
              <a:gdLst/>
              <a:ahLst/>
              <a:cxnLst/>
              <a:rect l="l" t="t" r="r" b="b"/>
              <a:pathLst>
                <a:path w="9930130" h="1110614">
                  <a:moveTo>
                    <a:pt x="9853800" y="1110481"/>
                  </a:moveTo>
                  <a:lnTo>
                    <a:pt x="76200" y="1110481"/>
                  </a:lnTo>
                  <a:lnTo>
                    <a:pt x="46612" y="1104468"/>
                  </a:lnTo>
                  <a:lnTo>
                    <a:pt x="22383" y="1088097"/>
                  </a:lnTo>
                  <a:lnTo>
                    <a:pt x="6012" y="1063868"/>
                  </a:lnTo>
                  <a:lnTo>
                    <a:pt x="0" y="1034281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853800" y="0"/>
                  </a:lnTo>
                  <a:lnTo>
                    <a:pt x="9883387" y="6012"/>
                  </a:lnTo>
                  <a:lnTo>
                    <a:pt x="9907616" y="22383"/>
                  </a:lnTo>
                  <a:lnTo>
                    <a:pt x="9923987" y="46612"/>
                  </a:lnTo>
                  <a:lnTo>
                    <a:pt x="9930000" y="76200"/>
                  </a:lnTo>
                  <a:lnTo>
                    <a:pt x="9930000" y="1034281"/>
                  </a:lnTo>
                  <a:lnTo>
                    <a:pt x="9923987" y="1063868"/>
                  </a:lnTo>
                  <a:lnTo>
                    <a:pt x="9907616" y="1088097"/>
                  </a:lnTo>
                  <a:lnTo>
                    <a:pt x="9883387" y="1104468"/>
                  </a:lnTo>
                  <a:lnTo>
                    <a:pt x="9853800" y="1110481"/>
                  </a:lnTo>
                  <a:close/>
                </a:path>
              </a:pathLst>
            </a:custGeom>
            <a:solidFill>
              <a:srgbClr val="1621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1000" y="1683057"/>
              <a:ext cx="9930130" cy="1110615"/>
            </a:xfrm>
            <a:custGeom>
              <a:avLst/>
              <a:gdLst/>
              <a:ahLst/>
              <a:cxnLst/>
              <a:rect l="l" t="t" r="r" b="b"/>
              <a:pathLst>
                <a:path w="9930130" h="1110614">
                  <a:moveTo>
                    <a:pt x="9853800" y="1110481"/>
                  </a:moveTo>
                  <a:lnTo>
                    <a:pt x="76200" y="1110481"/>
                  </a:lnTo>
                  <a:lnTo>
                    <a:pt x="46612" y="1104468"/>
                  </a:lnTo>
                  <a:lnTo>
                    <a:pt x="22383" y="1088097"/>
                  </a:lnTo>
                  <a:lnTo>
                    <a:pt x="6012" y="1063868"/>
                  </a:lnTo>
                  <a:lnTo>
                    <a:pt x="0" y="1034281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853800" y="0"/>
                  </a:lnTo>
                  <a:lnTo>
                    <a:pt x="9883387" y="6012"/>
                  </a:lnTo>
                  <a:lnTo>
                    <a:pt x="9888585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1034281"/>
                  </a:lnTo>
                  <a:lnTo>
                    <a:pt x="14786" y="1060169"/>
                  </a:lnTo>
                  <a:lnTo>
                    <a:pt x="29110" y="1081370"/>
                  </a:lnTo>
                  <a:lnTo>
                    <a:pt x="50311" y="1095695"/>
                  </a:lnTo>
                  <a:lnTo>
                    <a:pt x="76200" y="1100956"/>
                  </a:lnTo>
                  <a:lnTo>
                    <a:pt x="9888585" y="1100956"/>
                  </a:lnTo>
                  <a:lnTo>
                    <a:pt x="9883387" y="1104468"/>
                  </a:lnTo>
                  <a:lnTo>
                    <a:pt x="9853800" y="1110481"/>
                  </a:lnTo>
                  <a:close/>
                </a:path>
                <a:path w="9930130" h="1110614">
                  <a:moveTo>
                    <a:pt x="9888585" y="1100956"/>
                  </a:moveTo>
                  <a:lnTo>
                    <a:pt x="9853800" y="1100956"/>
                  </a:lnTo>
                  <a:lnTo>
                    <a:pt x="9879688" y="1095695"/>
                  </a:lnTo>
                  <a:lnTo>
                    <a:pt x="9900889" y="1081370"/>
                  </a:lnTo>
                  <a:lnTo>
                    <a:pt x="9915214" y="1060169"/>
                  </a:lnTo>
                  <a:lnTo>
                    <a:pt x="9920475" y="1034281"/>
                  </a:lnTo>
                  <a:lnTo>
                    <a:pt x="9920475" y="76200"/>
                  </a:lnTo>
                  <a:lnTo>
                    <a:pt x="9915214" y="50311"/>
                  </a:lnTo>
                  <a:lnTo>
                    <a:pt x="9900889" y="29110"/>
                  </a:lnTo>
                  <a:lnTo>
                    <a:pt x="9879688" y="14786"/>
                  </a:lnTo>
                  <a:lnTo>
                    <a:pt x="9853800" y="9525"/>
                  </a:lnTo>
                  <a:lnTo>
                    <a:pt x="9888585" y="9525"/>
                  </a:lnTo>
                  <a:lnTo>
                    <a:pt x="9907616" y="22383"/>
                  </a:lnTo>
                  <a:lnTo>
                    <a:pt x="9923987" y="46612"/>
                  </a:lnTo>
                  <a:lnTo>
                    <a:pt x="9930000" y="76200"/>
                  </a:lnTo>
                  <a:lnTo>
                    <a:pt x="9930000" y="1034281"/>
                  </a:lnTo>
                  <a:lnTo>
                    <a:pt x="9923987" y="1063868"/>
                  </a:lnTo>
                  <a:lnTo>
                    <a:pt x="9907616" y="1088097"/>
                  </a:lnTo>
                  <a:lnTo>
                    <a:pt x="9888585" y="1100956"/>
                  </a:lnTo>
                  <a:close/>
                </a:path>
              </a:pathLst>
            </a:custGeom>
            <a:solidFill>
              <a:srgbClr val="4DCC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110740" y="830201"/>
            <a:ext cx="9223058" cy="60670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Python Syntax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xfrm>
            <a:off x="10870776" y="7118411"/>
            <a:ext cx="3025021" cy="185115"/>
          </a:xfrm>
          <a:prstGeom prst="rect">
            <a:avLst/>
          </a:prstGeom>
        </p:spPr>
        <p:txBody>
          <a:bodyPr vert="horz" wrap="square" lIns="0" tIns="22860" rIns="0" bIns="0" rtlCol="0" anchor="ctr">
            <a:spAutoFit/>
          </a:bodyPr>
          <a:lstStyle/>
          <a:p>
            <a:pPr marL="12700">
              <a:spcBef>
                <a:spcPts val="180"/>
              </a:spcBef>
            </a:pPr>
            <a:fld id="{81D60167-4931-47E6-BA6A-407CBD079E47}" type="slidenum">
              <a:rPr spc="-25" dirty="0"/>
              <a:pPr marL="12700">
                <a:spcBef>
                  <a:spcPts val="180"/>
                </a:spcBef>
              </a:pPr>
              <a:t>11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1921669" y="2123738"/>
            <a:ext cx="3012440" cy="843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35"/>
              </a:lnSpc>
              <a:spcBef>
                <a:spcPts val="100"/>
              </a:spcBef>
            </a:pPr>
            <a:r>
              <a:rPr sz="1400" dirty="0">
                <a:solidFill>
                  <a:srgbClr val="FFFF00"/>
                </a:solidFill>
                <a:latin typeface="Courier New"/>
                <a:cs typeface="Courier New"/>
              </a:rPr>
              <a:t>#</a:t>
            </a:r>
            <a:r>
              <a:rPr sz="1400" spc="-25" dirty="0">
                <a:solidFill>
                  <a:srgbClr val="FFFF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FFF00"/>
                </a:solidFill>
                <a:latin typeface="Courier New"/>
                <a:cs typeface="Courier New"/>
              </a:rPr>
              <a:t>Simple</a:t>
            </a:r>
            <a:r>
              <a:rPr sz="1400" spc="-20" dirty="0">
                <a:solidFill>
                  <a:srgbClr val="FFFF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FFF00"/>
                </a:solidFill>
                <a:latin typeface="Courier New"/>
                <a:cs typeface="Courier New"/>
              </a:rPr>
              <a:t>Python</a:t>
            </a:r>
            <a:r>
              <a:rPr sz="1400" spc="-20" dirty="0">
                <a:solidFill>
                  <a:srgbClr val="FFFF00"/>
                </a:solidFill>
                <a:latin typeface="Courier New"/>
                <a:cs typeface="Courier New"/>
              </a:rPr>
              <a:t> Loop</a:t>
            </a:r>
            <a:endParaRPr sz="1400" dirty="0">
              <a:solidFill>
                <a:srgbClr val="FFFF00"/>
              </a:solidFill>
              <a:latin typeface="Courier New"/>
              <a:cs typeface="Courier New"/>
            </a:endParaRPr>
          </a:p>
          <a:p>
            <a:pPr marL="12700" marR="5080">
              <a:lnSpc>
                <a:spcPts val="1590"/>
              </a:lnSpc>
              <a:spcBef>
                <a:spcPts val="80"/>
              </a:spcBef>
            </a:pPr>
            <a:r>
              <a:rPr sz="1400" dirty="0">
                <a:solidFill>
                  <a:schemeClr val="bg1"/>
                </a:solidFill>
                <a:latin typeface="Courier New"/>
                <a:cs typeface="Courier New"/>
              </a:rPr>
              <a:t>fruits</a:t>
            </a:r>
            <a:r>
              <a:rPr sz="1400" spc="-3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bg1"/>
                </a:solidFill>
                <a:latin typeface="Courier New"/>
                <a:cs typeface="Courier New"/>
              </a:rPr>
              <a:t>=</a:t>
            </a:r>
            <a:r>
              <a:rPr sz="1400" spc="-2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bg1"/>
                </a:solidFill>
                <a:latin typeface="Courier New"/>
                <a:cs typeface="Courier New"/>
              </a:rPr>
              <a:t>["apple",</a:t>
            </a:r>
            <a:r>
              <a:rPr sz="1400" spc="-2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chemeClr val="bg1"/>
                </a:solidFill>
                <a:latin typeface="Courier New"/>
                <a:cs typeface="Courier New"/>
              </a:rPr>
              <a:t>"banana"] </a:t>
            </a:r>
            <a:r>
              <a:rPr sz="1400" dirty="0">
                <a:solidFill>
                  <a:schemeClr val="bg1"/>
                </a:solidFill>
                <a:latin typeface="Courier New"/>
                <a:cs typeface="Courier New"/>
              </a:rPr>
              <a:t>for</a:t>
            </a:r>
            <a:r>
              <a:rPr sz="1400" spc="-1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bg1"/>
                </a:solidFill>
                <a:latin typeface="Courier New"/>
                <a:cs typeface="Courier New"/>
              </a:rPr>
              <a:t>x</a:t>
            </a:r>
            <a:r>
              <a:rPr sz="1400" spc="-1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bg1"/>
                </a:solidFill>
                <a:latin typeface="Courier New"/>
                <a:cs typeface="Courier New"/>
              </a:rPr>
              <a:t>in</a:t>
            </a:r>
            <a:r>
              <a:rPr sz="1400" spc="-10" dirty="0">
                <a:solidFill>
                  <a:schemeClr val="bg1"/>
                </a:solidFill>
                <a:latin typeface="Courier New"/>
                <a:cs typeface="Courier New"/>
              </a:rPr>
              <a:t> fruits:</a:t>
            </a:r>
            <a:endParaRPr sz="14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226060">
              <a:lnSpc>
                <a:spcPts val="1545"/>
              </a:lnSpc>
            </a:pPr>
            <a:r>
              <a:rPr sz="1400" spc="-10" dirty="0">
                <a:solidFill>
                  <a:schemeClr val="bg1"/>
                </a:solidFill>
                <a:latin typeface="Courier New"/>
                <a:cs typeface="Courier New"/>
              </a:rPr>
              <a:t>print(x)</a:t>
            </a:r>
            <a:endParaRPr sz="1400" dirty="0">
              <a:solidFill>
                <a:schemeClr val="bg1"/>
              </a:solidFill>
              <a:latin typeface="Courier New"/>
              <a:cs typeface="Courier New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374C53-E746-46EA-5DEE-6E3B91D8246F}"/>
              </a:ext>
            </a:extLst>
          </p:cNvPr>
          <p:cNvSpPr txBox="1"/>
          <p:nvPr/>
        </p:nvSpPr>
        <p:spPr>
          <a:xfrm>
            <a:off x="2110740" y="3552826"/>
            <a:ext cx="7735729" cy="1002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is known for its "clean" syntax, which emphasizes readability.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indentation to define code structure rather than curly braces or semicolons.</a:t>
            </a:r>
          </a:p>
        </p:txBody>
      </p:sp>
      <p:pic>
        <p:nvPicPr>
          <p:cNvPr id="9" name="object 3">
            <a:extLst>
              <a:ext uri="{FF2B5EF4-FFF2-40B4-BE49-F238E27FC236}">
                <a16:creationId xmlns:a16="http://schemas.microsoft.com/office/drawing/2014/main" id="{2F2943FD-EDD2-F033-80D9-44AEF3777AE6}"/>
              </a:ext>
            </a:extLst>
          </p:cNvPr>
          <p:cNvPicPr/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alphaModFix amt="85000"/>
          </a:blip>
          <a:stretch>
            <a:fillRect/>
          </a:stretch>
        </p:blipFill>
        <p:spPr>
          <a:xfrm>
            <a:off x="0" y="0"/>
            <a:ext cx="13444538" cy="1238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0740" y="830201"/>
            <a:ext cx="9223058" cy="60670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Python Libraries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10870776" y="7118411"/>
            <a:ext cx="3025021" cy="185115"/>
          </a:xfrm>
          <a:prstGeom prst="rect">
            <a:avLst/>
          </a:prstGeom>
        </p:spPr>
        <p:txBody>
          <a:bodyPr vert="horz" wrap="square" lIns="0" tIns="22860" rIns="0" bIns="0" rtlCol="0" anchor="ctr">
            <a:spAutoFit/>
          </a:bodyPr>
          <a:lstStyle/>
          <a:p>
            <a:pPr marL="12700">
              <a:spcBef>
                <a:spcPts val="180"/>
              </a:spcBef>
            </a:pPr>
            <a:fld id="{81D60167-4931-47E6-BA6A-407CBD079E47}" type="slidenum">
              <a:rPr spc="-25" dirty="0"/>
              <a:pPr marL="12700">
                <a:spcBef>
                  <a:spcPts val="180"/>
                </a:spcBef>
              </a:pPr>
              <a:t>12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1995631" y="1708554"/>
            <a:ext cx="8689039" cy="37080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1605" indent="-128905">
              <a:lnSpc>
                <a:spcPct val="150000"/>
              </a:lnSpc>
              <a:spcBef>
                <a:spcPts val="100"/>
              </a:spcBef>
              <a:buFont typeface="Tahoma"/>
              <a:buChar char="•"/>
              <a:tabLst>
                <a:tab pos="141605" algn="l"/>
              </a:tabLst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Data manipulation.</a:t>
            </a:r>
          </a:p>
          <a:p>
            <a:pPr marL="141605" indent="-128905">
              <a:lnSpc>
                <a:spcPct val="150000"/>
              </a:lnSpc>
              <a:spcBef>
                <a:spcPts val="1764"/>
              </a:spcBef>
              <a:buFont typeface="Tahoma"/>
              <a:buChar char="•"/>
              <a:tabLst>
                <a:tab pos="141605" algn="l"/>
              </a:tabLst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Flask/Django: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web development.</a:t>
            </a:r>
          </a:p>
          <a:p>
            <a:pPr marL="141605" indent="-128905">
              <a:lnSpc>
                <a:spcPct val="150000"/>
              </a:lnSpc>
              <a:spcBef>
                <a:spcPts val="1765"/>
              </a:spcBef>
              <a:buFont typeface="Tahoma"/>
              <a:buChar char="•"/>
              <a:tabLst>
                <a:tab pos="141605" algn="l"/>
              </a:tabLst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NumPy: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computing.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12800" lvl="1" indent="-342900">
              <a:lnSpc>
                <a:spcPct val="150000"/>
              </a:lnSpc>
              <a:spcBef>
                <a:spcPts val="1765"/>
              </a:spcBef>
              <a:buFont typeface="+mj-lt"/>
              <a:buAutoNum type="arabicPeriod"/>
              <a:tabLst>
                <a:tab pos="141605" algn="l"/>
              </a:tabLst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Seaborn: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and charting. Scikit-learn: Machine learning algorithms.</a:t>
            </a:r>
          </a:p>
          <a:p>
            <a:pPr marL="812800" lvl="1" indent="-342900">
              <a:lnSpc>
                <a:spcPct val="150000"/>
              </a:lnSpc>
              <a:spcBef>
                <a:spcPts val="1765"/>
              </a:spcBef>
              <a:buFont typeface="+mj-lt"/>
              <a:buAutoNum type="arabicPeriod"/>
              <a:tabLst>
                <a:tab pos="141605" algn="l"/>
              </a:tabLst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Requests: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Simplifies HTTP calls and API integration. SQL Alchemy: ORM for database interaction.</a:t>
            </a:r>
          </a:p>
          <a:p>
            <a:pPr marL="812800" lvl="1" indent="-342900">
              <a:lnSpc>
                <a:spcPct val="150000"/>
              </a:lnSpc>
              <a:spcBef>
                <a:spcPts val="1765"/>
              </a:spcBef>
              <a:buFont typeface="+mj-lt"/>
              <a:buAutoNum type="arabicPeriod"/>
              <a:tabLst>
                <a:tab pos="141605" algn="l"/>
              </a:tabLst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API: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Modern, fast web framework for building APIs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634F241A-E647-4DA6-0FC8-C32E069EE7BA}"/>
              </a:ext>
            </a:extLst>
          </p:cNvPr>
          <p:cNvPicPr/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alphaModFix amt="85000"/>
          </a:blip>
          <a:stretch>
            <a:fillRect/>
          </a:stretch>
        </p:blipFill>
        <p:spPr>
          <a:xfrm>
            <a:off x="0" y="0"/>
            <a:ext cx="13444538" cy="1238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0740" y="830201"/>
            <a:ext cx="9223058" cy="60670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What is SQL?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8927784" y="7118411"/>
            <a:ext cx="2406015" cy="185115"/>
          </a:xfrm>
          <a:prstGeom prst="rect">
            <a:avLst/>
          </a:prstGeom>
        </p:spPr>
        <p:txBody>
          <a:bodyPr vert="horz" wrap="square" lIns="0" tIns="22860" rIns="0" bIns="0" rtlCol="0" anchor="ctr">
            <a:spAutoFit/>
          </a:bodyPr>
          <a:lstStyle/>
          <a:p>
            <a:pPr marL="12700">
              <a:spcBef>
                <a:spcPts val="180"/>
              </a:spcBef>
            </a:pPr>
            <a:fld id="{81D60167-4931-47E6-BA6A-407CBD079E47}" type="slidenum">
              <a:rPr spc="-25" dirty="0">
                <a:solidFill>
                  <a:schemeClr val="tx1"/>
                </a:solidFill>
              </a:rPr>
              <a:pPr marL="12700">
                <a:spcBef>
                  <a:spcPts val="180"/>
                </a:spcBef>
              </a:pPr>
              <a:t>13</a:t>
            </a:fld>
            <a:endParaRPr spc="-25" dirty="0">
              <a:solidFill>
                <a:schemeClr val="tx1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69269" y="1876426"/>
            <a:ext cx="8610600" cy="45698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Query Language</a:t>
            </a:r>
          </a:p>
          <a:p>
            <a:pPr marL="393065" indent="-128905">
              <a:spcBef>
                <a:spcPts val="1839"/>
              </a:spcBef>
              <a:buChar char="•"/>
              <a:tabLst>
                <a:tab pos="393065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standard language for relational database management.</a:t>
            </a:r>
          </a:p>
          <a:p>
            <a:pPr marL="393065" indent="-128905">
              <a:lnSpc>
                <a:spcPct val="200000"/>
              </a:lnSpc>
              <a:spcBef>
                <a:spcPts val="1765"/>
              </a:spcBef>
              <a:buChar char="•"/>
              <a:tabLst>
                <a:tab pos="393065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query, insert, update, and modify data.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49910" indent="-285750">
              <a:lnSpc>
                <a:spcPct val="200000"/>
              </a:lnSpc>
              <a:spcBef>
                <a:spcPts val="760"/>
              </a:spcBef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with databases like MySQL, SQLite, and SQL Server.</a:t>
            </a:r>
          </a:p>
          <a:p>
            <a:pPr marL="549910" indent="-285750">
              <a:lnSpc>
                <a:spcPct val="200000"/>
              </a:lnSpc>
              <a:spcBef>
                <a:spcPts val="1010"/>
              </a:spcBef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organized in tables with rows and columns.</a:t>
            </a:r>
          </a:p>
          <a:p>
            <a:pPr marL="549910" marR="64262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keys uniquely identify records; foreign keys link tables. Supports aggregate functions: COUNT, SUM, AVG, MIN, MAX.</a:t>
            </a:r>
          </a:p>
          <a:p>
            <a:pPr marL="549910" marR="10922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JOINs combine data from multiple tables (INNER, LEFT, RIGHT, FULL). Indexes speed up query performance on large datasets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06AB76C8-B91E-0F3C-9BC3-48F0EC377CCE}"/>
              </a:ext>
            </a:extLst>
          </p:cNvPr>
          <p:cNvPicPr/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alphaModFix amt="85000"/>
          </a:blip>
          <a:stretch>
            <a:fillRect/>
          </a:stretch>
        </p:blipFill>
        <p:spPr>
          <a:xfrm>
            <a:off x="0" y="0"/>
            <a:ext cx="13444538" cy="1238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56569" y="1683057"/>
            <a:ext cx="9930130" cy="909319"/>
            <a:chOff x="381000" y="1683056"/>
            <a:chExt cx="9930130" cy="909319"/>
          </a:xfrm>
        </p:grpSpPr>
        <p:sp>
          <p:nvSpPr>
            <p:cNvPr id="3" name="object 3"/>
            <p:cNvSpPr/>
            <p:nvPr/>
          </p:nvSpPr>
          <p:spPr>
            <a:xfrm>
              <a:off x="381000" y="1683056"/>
              <a:ext cx="9930130" cy="909319"/>
            </a:xfrm>
            <a:custGeom>
              <a:avLst/>
              <a:gdLst/>
              <a:ahLst/>
              <a:cxnLst/>
              <a:rect l="l" t="t" r="r" b="b"/>
              <a:pathLst>
                <a:path w="9930130" h="909319">
                  <a:moveTo>
                    <a:pt x="9853800" y="909060"/>
                  </a:moveTo>
                  <a:lnTo>
                    <a:pt x="76200" y="909060"/>
                  </a:lnTo>
                  <a:lnTo>
                    <a:pt x="46612" y="903048"/>
                  </a:lnTo>
                  <a:lnTo>
                    <a:pt x="22383" y="886677"/>
                  </a:lnTo>
                  <a:lnTo>
                    <a:pt x="6012" y="862447"/>
                  </a:lnTo>
                  <a:lnTo>
                    <a:pt x="0" y="83286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853800" y="0"/>
                  </a:lnTo>
                  <a:lnTo>
                    <a:pt x="9883387" y="6012"/>
                  </a:lnTo>
                  <a:lnTo>
                    <a:pt x="9907616" y="22383"/>
                  </a:lnTo>
                  <a:lnTo>
                    <a:pt x="9923987" y="46612"/>
                  </a:lnTo>
                  <a:lnTo>
                    <a:pt x="9930000" y="76200"/>
                  </a:lnTo>
                  <a:lnTo>
                    <a:pt x="9930000" y="832860"/>
                  </a:lnTo>
                  <a:lnTo>
                    <a:pt x="9923987" y="862447"/>
                  </a:lnTo>
                  <a:lnTo>
                    <a:pt x="9907616" y="886677"/>
                  </a:lnTo>
                  <a:lnTo>
                    <a:pt x="9883387" y="903048"/>
                  </a:lnTo>
                  <a:lnTo>
                    <a:pt x="9853800" y="909060"/>
                  </a:lnTo>
                  <a:close/>
                </a:path>
              </a:pathLst>
            </a:custGeom>
            <a:solidFill>
              <a:srgbClr val="1621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1000" y="1683057"/>
              <a:ext cx="9930130" cy="909319"/>
            </a:xfrm>
            <a:custGeom>
              <a:avLst/>
              <a:gdLst/>
              <a:ahLst/>
              <a:cxnLst/>
              <a:rect l="l" t="t" r="r" b="b"/>
              <a:pathLst>
                <a:path w="9930130" h="909319">
                  <a:moveTo>
                    <a:pt x="9853800" y="909060"/>
                  </a:moveTo>
                  <a:lnTo>
                    <a:pt x="76200" y="909060"/>
                  </a:lnTo>
                  <a:lnTo>
                    <a:pt x="46612" y="903048"/>
                  </a:lnTo>
                  <a:lnTo>
                    <a:pt x="22383" y="886677"/>
                  </a:lnTo>
                  <a:lnTo>
                    <a:pt x="6012" y="862447"/>
                  </a:lnTo>
                  <a:lnTo>
                    <a:pt x="0" y="83286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853800" y="0"/>
                  </a:lnTo>
                  <a:lnTo>
                    <a:pt x="9883387" y="6012"/>
                  </a:lnTo>
                  <a:lnTo>
                    <a:pt x="9888585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832860"/>
                  </a:lnTo>
                  <a:lnTo>
                    <a:pt x="14786" y="858749"/>
                  </a:lnTo>
                  <a:lnTo>
                    <a:pt x="29110" y="879950"/>
                  </a:lnTo>
                  <a:lnTo>
                    <a:pt x="50311" y="894274"/>
                  </a:lnTo>
                  <a:lnTo>
                    <a:pt x="76200" y="899535"/>
                  </a:lnTo>
                  <a:lnTo>
                    <a:pt x="9888585" y="899535"/>
                  </a:lnTo>
                  <a:lnTo>
                    <a:pt x="9883387" y="903048"/>
                  </a:lnTo>
                  <a:lnTo>
                    <a:pt x="9853800" y="909060"/>
                  </a:lnTo>
                  <a:close/>
                </a:path>
                <a:path w="9930130" h="909319">
                  <a:moveTo>
                    <a:pt x="9888585" y="899535"/>
                  </a:moveTo>
                  <a:lnTo>
                    <a:pt x="9853800" y="899535"/>
                  </a:lnTo>
                  <a:lnTo>
                    <a:pt x="9879688" y="894274"/>
                  </a:lnTo>
                  <a:lnTo>
                    <a:pt x="9900889" y="879950"/>
                  </a:lnTo>
                  <a:lnTo>
                    <a:pt x="9915214" y="858749"/>
                  </a:lnTo>
                  <a:lnTo>
                    <a:pt x="9920475" y="832860"/>
                  </a:lnTo>
                  <a:lnTo>
                    <a:pt x="9920475" y="76200"/>
                  </a:lnTo>
                  <a:lnTo>
                    <a:pt x="9915214" y="50311"/>
                  </a:lnTo>
                  <a:lnTo>
                    <a:pt x="9900889" y="29110"/>
                  </a:lnTo>
                  <a:lnTo>
                    <a:pt x="9879688" y="14786"/>
                  </a:lnTo>
                  <a:lnTo>
                    <a:pt x="9853800" y="9525"/>
                  </a:lnTo>
                  <a:lnTo>
                    <a:pt x="9888585" y="9525"/>
                  </a:lnTo>
                  <a:lnTo>
                    <a:pt x="9907616" y="22383"/>
                  </a:lnTo>
                  <a:lnTo>
                    <a:pt x="9923987" y="46612"/>
                  </a:lnTo>
                  <a:lnTo>
                    <a:pt x="9930000" y="76200"/>
                  </a:lnTo>
                  <a:lnTo>
                    <a:pt x="9930000" y="832860"/>
                  </a:lnTo>
                  <a:lnTo>
                    <a:pt x="9923987" y="862447"/>
                  </a:lnTo>
                  <a:lnTo>
                    <a:pt x="9907616" y="886677"/>
                  </a:lnTo>
                  <a:lnTo>
                    <a:pt x="9888585" y="899535"/>
                  </a:lnTo>
                  <a:close/>
                </a:path>
              </a:pathLst>
            </a:custGeom>
            <a:solidFill>
              <a:srgbClr val="4DCC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110740" y="830201"/>
            <a:ext cx="9223058" cy="60670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 Basic SQL Queries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xfrm>
            <a:off x="10870776" y="7118411"/>
            <a:ext cx="3025021" cy="185115"/>
          </a:xfrm>
          <a:prstGeom prst="rect">
            <a:avLst/>
          </a:prstGeom>
        </p:spPr>
        <p:txBody>
          <a:bodyPr vert="horz" wrap="square" lIns="0" tIns="22860" rIns="0" bIns="0" rtlCol="0" anchor="ctr">
            <a:spAutoFit/>
          </a:bodyPr>
          <a:lstStyle/>
          <a:p>
            <a:pPr marL="12700">
              <a:spcBef>
                <a:spcPts val="180"/>
              </a:spcBef>
            </a:pPr>
            <a:fld id="{81D60167-4931-47E6-BA6A-407CBD079E47}" type="slidenum">
              <a:rPr spc="-25" dirty="0"/>
              <a:pPr marL="12700">
                <a:spcBef>
                  <a:spcPts val="180"/>
                </a:spcBef>
              </a:pPr>
              <a:t>14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1896269" y="1792986"/>
            <a:ext cx="2905760" cy="64198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>
              <a:lnSpc>
                <a:spcPts val="1590"/>
              </a:lnSpc>
              <a:spcBef>
                <a:spcPts val="225"/>
              </a:spcBef>
            </a:pPr>
            <a:r>
              <a:rPr sz="1400" dirty="0">
                <a:solidFill>
                  <a:schemeClr val="bg1"/>
                </a:solidFill>
                <a:latin typeface="Courier New"/>
                <a:cs typeface="Courier New"/>
              </a:rPr>
              <a:t>SELECT</a:t>
            </a:r>
            <a:r>
              <a:rPr sz="1400" spc="-3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bg1"/>
                </a:solidFill>
                <a:latin typeface="Courier New"/>
                <a:cs typeface="Courier New"/>
              </a:rPr>
              <a:t>name,</a:t>
            </a:r>
            <a:r>
              <a:rPr sz="1400" spc="-2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bg1"/>
                </a:solidFill>
                <a:latin typeface="Courier New"/>
                <a:cs typeface="Courier New"/>
              </a:rPr>
              <a:t>age</a:t>
            </a:r>
            <a:r>
              <a:rPr sz="1400" spc="-2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bg1"/>
                </a:solidFill>
                <a:latin typeface="Courier New"/>
                <a:cs typeface="Courier New"/>
              </a:rPr>
              <a:t>FROM</a:t>
            </a:r>
            <a:r>
              <a:rPr sz="1400" spc="-2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chemeClr val="bg1"/>
                </a:solidFill>
                <a:latin typeface="Courier New"/>
                <a:cs typeface="Courier New"/>
              </a:rPr>
              <a:t>users </a:t>
            </a:r>
            <a:r>
              <a:rPr sz="1400" dirty="0">
                <a:solidFill>
                  <a:schemeClr val="bg1"/>
                </a:solidFill>
                <a:latin typeface="Courier New"/>
                <a:cs typeface="Courier New"/>
              </a:rPr>
              <a:t>WHERE</a:t>
            </a:r>
            <a:r>
              <a:rPr sz="1400" spc="-2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bg1"/>
                </a:solidFill>
                <a:latin typeface="Courier New"/>
                <a:cs typeface="Courier New"/>
              </a:rPr>
              <a:t>city</a:t>
            </a:r>
            <a:r>
              <a:rPr sz="1400" spc="-1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bg1"/>
                </a:solidFill>
                <a:latin typeface="Courier New"/>
                <a:cs typeface="Courier New"/>
              </a:rPr>
              <a:t>=</a:t>
            </a:r>
            <a:r>
              <a:rPr sz="1400" spc="-2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bg1"/>
                </a:solidFill>
                <a:latin typeface="Courier New"/>
                <a:cs typeface="Courier New"/>
              </a:rPr>
              <a:t>'New</a:t>
            </a:r>
            <a:r>
              <a:rPr sz="1400" spc="-1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chemeClr val="bg1"/>
                </a:solidFill>
                <a:latin typeface="Courier New"/>
                <a:cs typeface="Courier New"/>
              </a:rPr>
              <a:t>York' </a:t>
            </a:r>
            <a:r>
              <a:rPr sz="1400" dirty="0">
                <a:solidFill>
                  <a:schemeClr val="bg1"/>
                </a:solidFill>
                <a:latin typeface="Courier New"/>
                <a:cs typeface="Courier New"/>
              </a:rPr>
              <a:t>ORDER</a:t>
            </a:r>
            <a:r>
              <a:rPr sz="1400" spc="-2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bg1"/>
                </a:solidFill>
                <a:latin typeface="Courier New"/>
                <a:cs typeface="Courier New"/>
              </a:rPr>
              <a:t>BY</a:t>
            </a:r>
            <a:r>
              <a:rPr sz="1400" spc="-1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bg1"/>
                </a:solidFill>
                <a:latin typeface="Courier New"/>
                <a:cs typeface="Courier New"/>
              </a:rPr>
              <a:t>age</a:t>
            </a:r>
            <a:r>
              <a:rPr sz="1400" spc="-1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chemeClr val="bg1"/>
                </a:solidFill>
                <a:latin typeface="Courier New"/>
                <a:cs typeface="Courier New"/>
              </a:rPr>
              <a:t>DESC;</a:t>
            </a:r>
            <a:endParaRPr sz="1400" dirty="0">
              <a:solidFill>
                <a:schemeClr val="bg1"/>
              </a:solidFill>
              <a:latin typeface="Courier New"/>
              <a:cs typeface="Courier New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038C26-43E9-B5EA-4EBF-4F26560B005B}"/>
              </a:ext>
            </a:extLst>
          </p:cNvPr>
          <p:cNvSpPr txBox="1"/>
          <p:nvPr/>
        </p:nvSpPr>
        <p:spPr>
          <a:xfrm>
            <a:off x="1732616" y="2951357"/>
            <a:ext cx="7772400" cy="1210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8450" marR="5080" indent="-285750">
              <a:lnSpc>
                <a:spcPct val="1575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filters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rows;</a:t>
            </a:r>
            <a:r>
              <a:rPr lang="en-US"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HAVING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filters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groups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</a:t>
            </a:r>
            <a:r>
              <a:rPr lang="en-US"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sorts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results;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descending,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ASC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ascending.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Aliases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(AS)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names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readable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object 3">
            <a:extLst>
              <a:ext uri="{FF2B5EF4-FFF2-40B4-BE49-F238E27FC236}">
                <a16:creationId xmlns:a16="http://schemas.microsoft.com/office/drawing/2014/main" id="{34543CB1-737B-D2C3-B20B-2C25FB6A5687}"/>
              </a:ext>
            </a:extLst>
          </p:cNvPr>
          <p:cNvPicPr/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alphaModFix amt="85000"/>
          </a:blip>
          <a:stretch>
            <a:fillRect/>
          </a:stretch>
        </p:blipFill>
        <p:spPr>
          <a:xfrm>
            <a:off x="0" y="0"/>
            <a:ext cx="13444538" cy="1238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0740" y="830201"/>
            <a:ext cx="9223058" cy="60670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13. SQL Data Operations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10870776" y="7118411"/>
            <a:ext cx="3025021" cy="185115"/>
          </a:xfrm>
          <a:prstGeom prst="rect">
            <a:avLst/>
          </a:prstGeom>
        </p:spPr>
        <p:txBody>
          <a:bodyPr vert="horz" wrap="square" lIns="0" tIns="22860" rIns="0" bIns="0" rtlCol="0" anchor="ctr">
            <a:spAutoFit/>
          </a:bodyPr>
          <a:lstStyle/>
          <a:p>
            <a:pPr marL="12700">
              <a:spcBef>
                <a:spcPts val="180"/>
              </a:spcBef>
            </a:pPr>
            <a:fld id="{81D60167-4931-47E6-BA6A-407CBD079E47}" type="slidenum">
              <a:rPr spc="-25" dirty="0"/>
              <a:pPr marL="12700">
                <a:spcBef>
                  <a:spcPts val="180"/>
                </a:spcBef>
              </a:pPr>
              <a:t>15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1995631" y="1708554"/>
            <a:ext cx="9146239" cy="2922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1605" indent="-128905">
              <a:spcBef>
                <a:spcPts val="100"/>
              </a:spcBef>
              <a:buFont typeface="Tahoma"/>
              <a:buChar char="•"/>
              <a:tabLst>
                <a:tab pos="141605" algn="l"/>
              </a:tabLst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new records.</a:t>
            </a:r>
          </a:p>
          <a:p>
            <a:pPr marL="141605" indent="-128905">
              <a:spcBef>
                <a:spcPts val="1764"/>
              </a:spcBef>
              <a:buFont typeface="Tahoma"/>
              <a:buChar char="•"/>
              <a:tabLst>
                <a:tab pos="141605" algn="l"/>
              </a:tabLst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UPDATE: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Modify existing records.</a:t>
            </a:r>
          </a:p>
          <a:p>
            <a:pPr marL="141605" indent="-128905">
              <a:spcBef>
                <a:spcPts val="1765"/>
              </a:spcBef>
              <a:buFont typeface="Tahoma"/>
              <a:buChar char="•"/>
              <a:tabLst>
                <a:tab pos="141605" algn="l"/>
              </a:tabLst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DELETE: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records.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marR="813435" indent="-28575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INTO users (name, age) VALUES ('Alice', 25); UPDATE users SET age = 26 WHERE name = 'Alice'; DELETE FROM users WHERE age &lt; 18;</a:t>
            </a:r>
          </a:p>
          <a:p>
            <a:pPr marL="298450" marR="5080" indent="-28575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TRUNCATE removes all rows quickly without logging each deletion. Transactions (BEGIN / COMMIT / ROLLBACK) ensure data integrity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992E5422-2B01-3466-D342-57D71B29FAE8}"/>
              </a:ext>
            </a:extLst>
          </p:cNvPr>
          <p:cNvPicPr/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alphaModFix amt="85000"/>
          </a:blip>
          <a:stretch>
            <a:fillRect/>
          </a:stretch>
        </p:blipFill>
        <p:spPr>
          <a:xfrm>
            <a:off x="0" y="0"/>
            <a:ext cx="13444538" cy="1238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0740" y="830201"/>
            <a:ext cx="9223058" cy="60670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14. Building the Full Stack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10870776" y="7118411"/>
            <a:ext cx="3025021" cy="185115"/>
          </a:xfrm>
          <a:prstGeom prst="rect">
            <a:avLst/>
          </a:prstGeom>
        </p:spPr>
        <p:txBody>
          <a:bodyPr vert="horz" wrap="square" lIns="0" tIns="22860" rIns="0" bIns="0" rtlCol="0" anchor="ctr">
            <a:spAutoFit/>
          </a:bodyPr>
          <a:lstStyle/>
          <a:p>
            <a:pPr marL="12700">
              <a:spcBef>
                <a:spcPts val="180"/>
              </a:spcBef>
            </a:pPr>
            <a:fld id="{81D60167-4931-47E6-BA6A-407CBD079E47}" type="slidenum">
              <a:rPr spc="-25" dirty="0"/>
              <a:pPr marL="12700">
                <a:spcBef>
                  <a:spcPts val="180"/>
                </a:spcBef>
              </a:pPr>
              <a:t>16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1743869" y="1708555"/>
            <a:ext cx="8102600" cy="39400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6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Connecting</a:t>
            </a:r>
            <a:r>
              <a:rPr sz="16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6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dots: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3065" indent="-128905">
              <a:spcBef>
                <a:spcPts val="1839"/>
              </a:spcBef>
              <a:buFont typeface="Tahoma"/>
              <a:buChar char="•"/>
              <a:tabLst>
                <a:tab pos="393065" algn="l"/>
              </a:tabLst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HTML/CSS/JS for the user.</a:t>
            </a:r>
          </a:p>
          <a:p>
            <a:pPr marL="393065" indent="-128905">
              <a:spcBef>
                <a:spcPts val="1765"/>
              </a:spcBef>
              <a:buFont typeface="Tahoma"/>
              <a:buChar char="•"/>
              <a:tabLst>
                <a:tab pos="393065" algn="l"/>
              </a:tabLst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for logic.</a:t>
            </a:r>
          </a:p>
          <a:p>
            <a:pPr marL="393065" indent="-128905">
              <a:spcBef>
                <a:spcPts val="1765"/>
              </a:spcBef>
              <a:buFont typeface="Tahoma"/>
              <a:buChar char="•"/>
              <a:tabLst>
                <a:tab pos="393065" algn="l"/>
              </a:tabLst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tabase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for persistent storage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49910" marR="375285" indent="-28575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Flask/Django handles routing, authentication, and business logic. ORM tools map Python classes to database tables seamlessly.</a:t>
            </a:r>
          </a:p>
          <a:p>
            <a:pPr marL="549910" marR="5080" indent="-28575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containers package apps with all dependencies for deployment. CI/CD pipelines automate testing and deployment on code changes.</a:t>
            </a:r>
          </a:p>
          <a:p>
            <a:pPr marL="264160">
              <a:spcBef>
                <a:spcPts val="1765"/>
              </a:spcBef>
              <a:tabLst>
                <a:tab pos="393065" algn="l"/>
              </a:tabLst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FB169EF4-2E77-2B5B-76BE-BC3153D599B4}"/>
              </a:ext>
            </a:extLst>
          </p:cNvPr>
          <p:cNvPicPr/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alphaModFix amt="85000"/>
          </a:blip>
          <a:stretch>
            <a:fillRect/>
          </a:stretch>
        </p:blipFill>
        <p:spPr>
          <a:xfrm>
            <a:off x="0" y="0"/>
            <a:ext cx="13444538" cy="1238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A1BD6-F08B-4A1E-C17B-58DB35647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6669" y="2905125"/>
            <a:ext cx="8458200" cy="1752600"/>
          </a:xfrm>
        </p:spPr>
        <p:txBody>
          <a:bodyPr/>
          <a:lstStyle/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You…!</a:t>
            </a:r>
            <a:endParaRPr lang="en-IN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66A64143-01E2-0FDA-EDBA-CD448DA5C168}"/>
              </a:ext>
            </a:extLst>
          </p:cNvPr>
          <p:cNvPicPr/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alphaModFix amt="85000"/>
          </a:blip>
          <a:stretch>
            <a:fillRect/>
          </a:stretch>
        </p:blipFill>
        <p:spPr>
          <a:xfrm>
            <a:off x="0" y="0"/>
            <a:ext cx="13444538" cy="1238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3682038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248</TotalTime>
  <Words>1233</Words>
  <Application>Microsoft Office PowerPoint</Application>
  <PresentationFormat>Custom</PresentationFormat>
  <Paragraphs>136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Arial MT</vt:lpstr>
      <vt:lpstr>Calibri</vt:lpstr>
      <vt:lpstr>Corbel</vt:lpstr>
      <vt:lpstr>Courier New</vt:lpstr>
      <vt:lpstr>Tahoma</vt:lpstr>
      <vt:lpstr>Times New Roman</vt:lpstr>
      <vt:lpstr>Parallax</vt:lpstr>
      <vt:lpstr>JNANAVIKAS INSTITUTE OF TECHNOLOGY Vidya Sodha, Padmashree G.D. Goyalji Campus, Bangalore-Mysore Highway Bidadi  Bangalore-562109</vt:lpstr>
      <vt:lpstr>COMPANY OVERVIEW</vt:lpstr>
      <vt:lpstr>1. What is HTML?</vt:lpstr>
      <vt:lpstr>2. HTML Basic Structure</vt:lpstr>
      <vt:lpstr>3. What is CSS?</vt:lpstr>
      <vt:lpstr>4. The CSS Box Model</vt:lpstr>
      <vt:lpstr>5. What is JavaScript?</vt:lpstr>
      <vt:lpstr>6. JavaScript Basics</vt:lpstr>
      <vt:lpstr>7. Frontend Synergy</vt:lpstr>
      <vt:lpstr>8. Introduction to Python</vt:lpstr>
      <vt:lpstr>9. Python Syntax</vt:lpstr>
      <vt:lpstr>10. Python Libraries</vt:lpstr>
      <vt:lpstr>11. What is SQL?</vt:lpstr>
      <vt:lpstr>12. Basic SQL Queries</vt:lpstr>
      <vt:lpstr>13. SQL Data Operations</vt:lpstr>
      <vt:lpstr>14. Building the Full Stack</vt:lpstr>
      <vt:lpstr>Thank You…!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shreyas shreyas</dc:creator>
  <cp:lastModifiedBy>Akash Gowda Akash Gowda ks</cp:lastModifiedBy>
  <cp:revision>6</cp:revision>
  <dcterms:created xsi:type="dcterms:W3CDTF">2026-04-14T09:08:05Z</dcterms:created>
  <dcterms:modified xsi:type="dcterms:W3CDTF">2026-04-15T05:54:09Z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2026-04-14T00:00:00Z</vt:filetime>
  </property>
  <property fmtid="{D5CDD505-2E9C-101B-9397-08002B2CF9AE}" pid="3" name="Producer">
    <vt:lpwstr>WeasyPrint 62.3</vt:lpwstr>
  </property>
  <property fmtid="{D5CDD505-2E9C-101B-9397-08002B2CF9AE}" pid="4" name="LastSaved">
    <vt:filetime>2026-04-14T00:00:00Z</vt:filetime>
  </property>
</Properties>
</file>